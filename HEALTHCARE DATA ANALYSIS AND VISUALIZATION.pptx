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F387D948-D1D3-4EF4-88FD-4C3AD98BD076}">
          <p14:sldIdLst>
            <p14:sldId id="256"/>
            <p14:sldId id="257"/>
            <p14:sldId id="258"/>
            <p14:sldId id="259"/>
            <p14:sldId id="260"/>
            <p14:sldId id="261"/>
            <p14:sldId id="262"/>
            <p14:sldId id="263"/>
            <p14:sldId id="264"/>
            <p14:sldId id="265"/>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6" d="100"/>
          <a:sy n="66" d="100"/>
        </p:scale>
        <p:origin x="668"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deranti Aminat" userId="c6048744b1d4ebbb" providerId="LiveId" clId="{76A10DF2-BF6E-4644-8669-3CC28FA8B7CE}"/>
    <pc:docChg chg="undo custSel addSld delSld modSld modSection">
      <pc:chgData name="Oderanti Aminat" userId="c6048744b1d4ebbb" providerId="LiveId" clId="{76A10DF2-BF6E-4644-8669-3CC28FA8B7CE}" dt="2026-09-18T22:22:30.957" v="3046" actId="2711"/>
      <pc:docMkLst>
        <pc:docMk/>
      </pc:docMkLst>
      <pc:sldChg chg="modSp del mod">
        <pc:chgData name="Oderanti Aminat" userId="c6048744b1d4ebbb" providerId="LiveId" clId="{76A10DF2-BF6E-4644-8669-3CC28FA8B7CE}" dt="2026-09-18T16:05:19.536" v="16" actId="47"/>
        <pc:sldMkLst>
          <pc:docMk/>
          <pc:sldMk cId="794967640" sldId="259"/>
        </pc:sldMkLst>
        <pc:spChg chg="mod">
          <ac:chgData name="Oderanti Aminat" userId="c6048744b1d4ebbb" providerId="LiveId" clId="{76A10DF2-BF6E-4644-8669-3CC28FA8B7CE}" dt="2026-09-18T16:05:13.700" v="15" actId="20577"/>
          <ac:spMkLst>
            <pc:docMk/>
            <pc:sldMk cId="794967640" sldId="259"/>
            <ac:spMk id="3" creationId="{8978C4FD-43A0-4D79-956C-B47F7D36A957}"/>
          </ac:spMkLst>
        </pc:spChg>
      </pc:sldChg>
      <pc:sldChg chg="modSp new mod">
        <pc:chgData name="Oderanti Aminat" userId="c6048744b1d4ebbb" providerId="LiveId" clId="{76A10DF2-BF6E-4644-8669-3CC28FA8B7CE}" dt="2026-09-18T16:12:34.748" v="105" actId="20577"/>
        <pc:sldMkLst>
          <pc:docMk/>
          <pc:sldMk cId="2477093618" sldId="259"/>
        </pc:sldMkLst>
        <pc:spChg chg="mod">
          <ac:chgData name="Oderanti Aminat" userId="c6048744b1d4ebbb" providerId="LiveId" clId="{76A10DF2-BF6E-4644-8669-3CC28FA8B7CE}" dt="2026-09-18T16:05:36.594" v="32" actId="20577"/>
          <ac:spMkLst>
            <pc:docMk/>
            <pc:sldMk cId="2477093618" sldId="259"/>
            <ac:spMk id="2" creationId="{14367D5E-7C66-40FF-AFC5-CA5B7E125252}"/>
          </ac:spMkLst>
        </pc:spChg>
        <pc:spChg chg="mod">
          <ac:chgData name="Oderanti Aminat" userId="c6048744b1d4ebbb" providerId="LiveId" clId="{76A10DF2-BF6E-4644-8669-3CC28FA8B7CE}" dt="2026-09-18T16:12:31.519" v="103" actId="27636"/>
          <ac:spMkLst>
            <pc:docMk/>
            <pc:sldMk cId="2477093618" sldId="259"/>
            <ac:spMk id="3" creationId="{B07827A4-3BCB-48E4-B567-93E476747A5C}"/>
          </ac:spMkLst>
        </pc:spChg>
        <pc:spChg chg="mod">
          <ac:chgData name="Oderanti Aminat" userId="c6048744b1d4ebbb" providerId="LiveId" clId="{76A10DF2-BF6E-4644-8669-3CC28FA8B7CE}" dt="2026-09-18T16:12:34.748" v="105" actId="20577"/>
          <ac:spMkLst>
            <pc:docMk/>
            <pc:sldMk cId="2477093618" sldId="259"/>
            <ac:spMk id="4" creationId="{963EC3CC-5B44-4439-8035-034DA4547A8B}"/>
          </ac:spMkLst>
        </pc:spChg>
      </pc:sldChg>
      <pc:sldChg chg="modSp new mod">
        <pc:chgData name="Oderanti Aminat" userId="c6048744b1d4ebbb" providerId="LiveId" clId="{76A10DF2-BF6E-4644-8669-3CC28FA8B7CE}" dt="2026-09-18T20:29:00.972" v="1087" actId="113"/>
        <pc:sldMkLst>
          <pc:docMk/>
          <pc:sldMk cId="1311766710" sldId="260"/>
        </pc:sldMkLst>
        <pc:spChg chg="mod">
          <ac:chgData name="Oderanti Aminat" userId="c6048744b1d4ebbb" providerId="LiveId" clId="{76A10DF2-BF6E-4644-8669-3CC28FA8B7CE}" dt="2026-09-18T20:29:00.972" v="1087" actId="113"/>
          <ac:spMkLst>
            <pc:docMk/>
            <pc:sldMk cId="1311766710" sldId="260"/>
            <ac:spMk id="2" creationId="{DE850510-9879-43F9-A55B-08EB5D0C4253}"/>
          </ac:spMkLst>
        </pc:spChg>
        <pc:spChg chg="mod">
          <ac:chgData name="Oderanti Aminat" userId="c6048744b1d4ebbb" providerId="LiveId" clId="{76A10DF2-BF6E-4644-8669-3CC28FA8B7CE}" dt="2026-09-18T16:19:19.299" v="242" actId="113"/>
          <ac:spMkLst>
            <pc:docMk/>
            <pc:sldMk cId="1311766710" sldId="260"/>
            <ac:spMk id="3" creationId="{5B93424D-2BB8-4863-95FF-99D937018872}"/>
          </ac:spMkLst>
        </pc:spChg>
        <pc:spChg chg="mod">
          <ac:chgData name="Oderanti Aminat" userId="c6048744b1d4ebbb" providerId="LiveId" clId="{76A10DF2-BF6E-4644-8669-3CC28FA8B7CE}" dt="2026-09-18T20:24:50.767" v="1045" actId="20577"/>
          <ac:spMkLst>
            <pc:docMk/>
            <pc:sldMk cId="1311766710" sldId="260"/>
            <ac:spMk id="4" creationId="{7C510363-A4FB-44E9-8F5F-FA990038A7E8}"/>
          </ac:spMkLst>
        </pc:spChg>
      </pc:sldChg>
      <pc:sldChg chg="addSp delSp modSp new mod">
        <pc:chgData name="Oderanti Aminat" userId="c6048744b1d4ebbb" providerId="LiveId" clId="{76A10DF2-BF6E-4644-8669-3CC28FA8B7CE}" dt="2026-09-18T20:07:40.855" v="655" actId="18131"/>
        <pc:sldMkLst>
          <pc:docMk/>
          <pc:sldMk cId="1451646678" sldId="261"/>
        </pc:sldMkLst>
        <pc:spChg chg="add del mod">
          <ac:chgData name="Oderanti Aminat" userId="c6048744b1d4ebbb" providerId="LiveId" clId="{76A10DF2-BF6E-4644-8669-3CC28FA8B7CE}" dt="2026-09-18T16:27:46.133" v="506"/>
          <ac:spMkLst>
            <pc:docMk/>
            <pc:sldMk cId="1451646678" sldId="261"/>
            <ac:spMk id="2" creationId="{66C5344D-E0B3-4E13-970C-1E06C8501AFC}"/>
          </ac:spMkLst>
        </pc:spChg>
        <pc:spChg chg="add mod">
          <ac:chgData name="Oderanti Aminat" userId="c6048744b1d4ebbb" providerId="LiveId" clId="{76A10DF2-BF6E-4644-8669-3CC28FA8B7CE}" dt="2026-09-18T16:38:18.129" v="634" actId="255"/>
          <ac:spMkLst>
            <pc:docMk/>
            <pc:sldMk cId="1451646678" sldId="261"/>
            <ac:spMk id="3" creationId="{763987CE-8EA0-4D13-ADDC-42B446714349}"/>
          </ac:spMkLst>
        </pc:spChg>
        <pc:spChg chg="add del mod">
          <ac:chgData name="Oderanti Aminat" userId="c6048744b1d4ebbb" providerId="LiveId" clId="{76A10DF2-BF6E-4644-8669-3CC28FA8B7CE}" dt="2026-09-18T16:30:46.919" v="536"/>
          <ac:spMkLst>
            <pc:docMk/>
            <pc:sldMk cId="1451646678" sldId="261"/>
            <ac:spMk id="4" creationId="{B55AAB2C-5F54-4D05-8467-D15188D1D906}"/>
          </ac:spMkLst>
        </pc:spChg>
        <pc:spChg chg="add mod">
          <ac:chgData name="Oderanti Aminat" userId="c6048744b1d4ebbb" providerId="LiveId" clId="{76A10DF2-BF6E-4644-8669-3CC28FA8B7CE}" dt="2026-09-18T16:38:32.850" v="635" actId="2711"/>
          <ac:spMkLst>
            <pc:docMk/>
            <pc:sldMk cId="1451646678" sldId="261"/>
            <ac:spMk id="5" creationId="{29EB2769-524E-43AC-98ED-42C25CA09141}"/>
          </ac:spMkLst>
        </pc:spChg>
        <pc:spChg chg="add mod">
          <ac:chgData name="Oderanti Aminat" userId="c6048744b1d4ebbb" providerId="LiveId" clId="{76A10DF2-BF6E-4644-8669-3CC28FA8B7CE}" dt="2026-09-18T16:39:53.479" v="644" actId="113"/>
          <ac:spMkLst>
            <pc:docMk/>
            <pc:sldMk cId="1451646678" sldId="261"/>
            <ac:spMk id="6" creationId="{7308677F-C40B-4920-8597-BB78FE0826CA}"/>
          </ac:spMkLst>
        </pc:spChg>
        <pc:picChg chg="add mod modCrop">
          <ac:chgData name="Oderanti Aminat" userId="c6048744b1d4ebbb" providerId="LiveId" clId="{76A10DF2-BF6E-4644-8669-3CC28FA8B7CE}" dt="2026-09-18T20:07:40.855" v="655" actId="18131"/>
          <ac:picMkLst>
            <pc:docMk/>
            <pc:sldMk cId="1451646678" sldId="261"/>
            <ac:picMk id="8" creationId="{30859445-2CF3-4AFB-97B5-4DB2D0825188}"/>
          </ac:picMkLst>
        </pc:picChg>
      </pc:sldChg>
      <pc:sldChg chg="addSp delSp modSp new mod">
        <pc:chgData name="Oderanti Aminat" userId="c6048744b1d4ebbb" providerId="LiveId" clId="{76A10DF2-BF6E-4644-8669-3CC28FA8B7CE}" dt="2026-09-18T20:23:24.645" v="1039" actId="1076"/>
        <pc:sldMkLst>
          <pc:docMk/>
          <pc:sldMk cId="4173365288" sldId="262"/>
        </pc:sldMkLst>
        <pc:spChg chg="add del mod">
          <ac:chgData name="Oderanti Aminat" userId="c6048744b1d4ebbb" providerId="LiveId" clId="{76A10DF2-BF6E-4644-8669-3CC28FA8B7CE}" dt="2026-09-18T20:09:07.364" v="675" actId="478"/>
          <ac:spMkLst>
            <pc:docMk/>
            <pc:sldMk cId="4173365288" sldId="262"/>
            <ac:spMk id="2" creationId="{0BFC190C-FC2A-41E1-BF5A-F1E81BC3F05C}"/>
          </ac:spMkLst>
        </pc:spChg>
        <pc:spChg chg="add mod">
          <ac:chgData name="Oderanti Aminat" userId="c6048744b1d4ebbb" providerId="LiveId" clId="{76A10DF2-BF6E-4644-8669-3CC28FA8B7CE}" dt="2026-09-18T20:10:37.778" v="715" actId="255"/>
          <ac:spMkLst>
            <pc:docMk/>
            <pc:sldMk cId="4173365288" sldId="262"/>
            <ac:spMk id="3" creationId="{7015CCDB-8BDE-4CA8-927B-DD364808982E}"/>
          </ac:spMkLst>
        </pc:spChg>
        <pc:spChg chg="add mod">
          <ac:chgData name="Oderanti Aminat" userId="c6048744b1d4ebbb" providerId="LiveId" clId="{76A10DF2-BF6E-4644-8669-3CC28FA8B7CE}" dt="2026-09-18T20:13:45.444" v="864" actId="2711"/>
          <ac:spMkLst>
            <pc:docMk/>
            <pc:sldMk cId="4173365288" sldId="262"/>
            <ac:spMk id="4" creationId="{EFCCC6C3-5F86-4124-8A37-3ACC7AF6EFF8}"/>
          </ac:spMkLst>
        </pc:spChg>
        <pc:spChg chg="add del mod">
          <ac:chgData name="Oderanti Aminat" userId="c6048744b1d4ebbb" providerId="LiveId" clId="{76A10DF2-BF6E-4644-8669-3CC28FA8B7CE}" dt="2026-09-18T20:14:15.487" v="867"/>
          <ac:spMkLst>
            <pc:docMk/>
            <pc:sldMk cId="4173365288" sldId="262"/>
            <ac:spMk id="5" creationId="{BEF1BEB5-9662-444A-ADA0-D1871FB724D6}"/>
          </ac:spMkLst>
        </pc:spChg>
        <pc:spChg chg="add mod">
          <ac:chgData name="Oderanti Aminat" userId="c6048744b1d4ebbb" providerId="LiveId" clId="{76A10DF2-BF6E-4644-8669-3CC28FA8B7CE}" dt="2026-09-18T20:15:20.943" v="898" actId="1076"/>
          <ac:spMkLst>
            <pc:docMk/>
            <pc:sldMk cId="4173365288" sldId="262"/>
            <ac:spMk id="6" creationId="{1F06F1D3-45C2-4643-BD81-AC8D798011BC}"/>
          </ac:spMkLst>
        </pc:spChg>
        <pc:spChg chg="add mod">
          <ac:chgData name="Oderanti Aminat" userId="c6048744b1d4ebbb" providerId="LiveId" clId="{76A10DF2-BF6E-4644-8669-3CC28FA8B7CE}" dt="2026-09-18T20:17:08.786" v="922" actId="20577"/>
          <ac:spMkLst>
            <pc:docMk/>
            <pc:sldMk cId="4173365288" sldId="262"/>
            <ac:spMk id="7" creationId="{02061385-BB48-49B3-A8C0-64D5C499300E}"/>
          </ac:spMkLst>
        </pc:spChg>
        <pc:spChg chg="add mod">
          <ac:chgData name="Oderanti Aminat" userId="c6048744b1d4ebbb" providerId="LiveId" clId="{76A10DF2-BF6E-4644-8669-3CC28FA8B7CE}" dt="2026-09-18T20:18:32.718" v="940" actId="1076"/>
          <ac:spMkLst>
            <pc:docMk/>
            <pc:sldMk cId="4173365288" sldId="262"/>
            <ac:spMk id="8" creationId="{8F6C5C18-32F1-48F7-A464-C3E17847C008}"/>
          </ac:spMkLst>
        </pc:spChg>
        <pc:spChg chg="add mod">
          <ac:chgData name="Oderanti Aminat" userId="c6048744b1d4ebbb" providerId="LiveId" clId="{76A10DF2-BF6E-4644-8669-3CC28FA8B7CE}" dt="2026-09-18T20:23:02.600" v="1037" actId="1076"/>
          <ac:spMkLst>
            <pc:docMk/>
            <pc:sldMk cId="4173365288" sldId="262"/>
            <ac:spMk id="9" creationId="{96D64B0E-AB02-4D6F-900E-D1CB8A040B7A}"/>
          </ac:spMkLst>
        </pc:spChg>
        <pc:spChg chg="add mod">
          <ac:chgData name="Oderanti Aminat" userId="c6048744b1d4ebbb" providerId="LiveId" clId="{76A10DF2-BF6E-4644-8669-3CC28FA8B7CE}" dt="2026-09-18T20:23:12.969" v="1038" actId="1076"/>
          <ac:spMkLst>
            <pc:docMk/>
            <pc:sldMk cId="4173365288" sldId="262"/>
            <ac:spMk id="10" creationId="{EC6DF3BA-52C2-455A-865D-4F4EEB7FA2D4}"/>
          </ac:spMkLst>
        </pc:spChg>
        <pc:spChg chg="add mod">
          <ac:chgData name="Oderanti Aminat" userId="c6048744b1d4ebbb" providerId="LiveId" clId="{76A10DF2-BF6E-4644-8669-3CC28FA8B7CE}" dt="2026-09-18T20:23:24.645" v="1039" actId="1076"/>
          <ac:spMkLst>
            <pc:docMk/>
            <pc:sldMk cId="4173365288" sldId="262"/>
            <ac:spMk id="11" creationId="{8D526228-3E97-4DC8-B13F-17F84ECB1870}"/>
          </ac:spMkLst>
        </pc:spChg>
      </pc:sldChg>
      <pc:sldChg chg="addSp delSp modSp new mod">
        <pc:chgData name="Oderanti Aminat" userId="c6048744b1d4ebbb" providerId="LiveId" clId="{76A10DF2-BF6E-4644-8669-3CC28FA8B7CE}" dt="2026-09-18T20:40:59.237" v="1281" actId="14100"/>
        <pc:sldMkLst>
          <pc:docMk/>
          <pc:sldMk cId="1626577651" sldId="263"/>
        </pc:sldMkLst>
        <pc:spChg chg="add mod">
          <ac:chgData name="Oderanti Aminat" userId="c6048744b1d4ebbb" providerId="LiveId" clId="{76A10DF2-BF6E-4644-8669-3CC28FA8B7CE}" dt="2026-09-18T20:28:49.009" v="1086" actId="2711"/>
          <ac:spMkLst>
            <pc:docMk/>
            <pc:sldMk cId="1626577651" sldId="263"/>
            <ac:spMk id="2" creationId="{6A06DB8A-45D2-4B66-A350-CBFC0F116E4E}"/>
          </ac:spMkLst>
        </pc:spChg>
        <pc:spChg chg="add mod">
          <ac:chgData name="Oderanti Aminat" userId="c6048744b1d4ebbb" providerId="LiveId" clId="{76A10DF2-BF6E-4644-8669-3CC28FA8B7CE}" dt="2026-09-18T20:30:56.102" v="1120" actId="2711"/>
          <ac:spMkLst>
            <pc:docMk/>
            <pc:sldMk cId="1626577651" sldId="263"/>
            <ac:spMk id="3" creationId="{1ECDD9A4-BD6B-46F8-BA7B-FE19B2531C6E}"/>
          </ac:spMkLst>
        </pc:spChg>
        <pc:spChg chg="add mod">
          <ac:chgData name="Oderanti Aminat" userId="c6048744b1d4ebbb" providerId="LiveId" clId="{76A10DF2-BF6E-4644-8669-3CC28FA8B7CE}" dt="2026-09-18T20:31:50.505" v="1139" actId="2711"/>
          <ac:spMkLst>
            <pc:docMk/>
            <pc:sldMk cId="1626577651" sldId="263"/>
            <ac:spMk id="4" creationId="{B0F22708-980F-4A71-869A-EE8500DB4908}"/>
          </ac:spMkLst>
        </pc:spChg>
        <pc:spChg chg="add mod">
          <ac:chgData name="Oderanti Aminat" userId="c6048744b1d4ebbb" providerId="LiveId" clId="{76A10DF2-BF6E-4644-8669-3CC28FA8B7CE}" dt="2026-09-18T20:34:56.818" v="1223" actId="1076"/>
          <ac:spMkLst>
            <pc:docMk/>
            <pc:sldMk cId="1626577651" sldId="263"/>
            <ac:spMk id="5" creationId="{24146957-ED2E-4B45-8429-3D74852B2C8E}"/>
          </ac:spMkLst>
        </pc:spChg>
        <pc:spChg chg="add mod">
          <ac:chgData name="Oderanti Aminat" userId="c6048744b1d4ebbb" providerId="LiveId" clId="{76A10DF2-BF6E-4644-8669-3CC28FA8B7CE}" dt="2026-09-18T20:34:51.269" v="1222" actId="1076"/>
          <ac:spMkLst>
            <pc:docMk/>
            <pc:sldMk cId="1626577651" sldId="263"/>
            <ac:spMk id="6" creationId="{ABA156CC-2057-4A62-80F5-B098D079B946}"/>
          </ac:spMkLst>
        </pc:spChg>
        <pc:spChg chg="add mod">
          <ac:chgData name="Oderanti Aminat" userId="c6048744b1d4ebbb" providerId="LiveId" clId="{76A10DF2-BF6E-4644-8669-3CC28FA8B7CE}" dt="2026-09-18T20:34:43.466" v="1221" actId="1076"/>
          <ac:spMkLst>
            <pc:docMk/>
            <pc:sldMk cId="1626577651" sldId="263"/>
            <ac:spMk id="7" creationId="{E03093F6-60DC-4BB2-B4EB-EDAC2175D999}"/>
          </ac:spMkLst>
        </pc:spChg>
        <pc:spChg chg="add mod">
          <ac:chgData name="Oderanti Aminat" userId="c6048744b1d4ebbb" providerId="LiveId" clId="{76A10DF2-BF6E-4644-8669-3CC28FA8B7CE}" dt="2026-09-18T20:36:11.070" v="1273" actId="2711"/>
          <ac:spMkLst>
            <pc:docMk/>
            <pc:sldMk cId="1626577651" sldId="263"/>
            <ac:spMk id="8" creationId="{D248EB34-D73C-45DE-BCF3-DC1DDCED286D}"/>
          </ac:spMkLst>
        </pc:spChg>
        <pc:picChg chg="add del mod">
          <ac:chgData name="Oderanti Aminat" userId="c6048744b1d4ebbb" providerId="LiveId" clId="{76A10DF2-BF6E-4644-8669-3CC28FA8B7CE}" dt="2026-09-18T20:40:02.003" v="1275" actId="478"/>
          <ac:picMkLst>
            <pc:docMk/>
            <pc:sldMk cId="1626577651" sldId="263"/>
            <ac:picMk id="10" creationId="{F54B6F4C-8AD6-46E0-B17A-4E5F5763677B}"/>
          </ac:picMkLst>
        </pc:picChg>
        <pc:picChg chg="add mod">
          <ac:chgData name="Oderanti Aminat" userId="c6048744b1d4ebbb" providerId="LiveId" clId="{76A10DF2-BF6E-4644-8669-3CC28FA8B7CE}" dt="2026-09-18T20:40:59.237" v="1281" actId="14100"/>
          <ac:picMkLst>
            <pc:docMk/>
            <pc:sldMk cId="1626577651" sldId="263"/>
            <ac:picMk id="12" creationId="{863D1877-C3D8-45E9-B539-78D1926EFE3E}"/>
          </ac:picMkLst>
        </pc:picChg>
      </pc:sldChg>
      <pc:sldChg chg="addSp modSp new mod">
        <pc:chgData name="Oderanti Aminat" userId="c6048744b1d4ebbb" providerId="LiveId" clId="{76A10DF2-BF6E-4644-8669-3CC28FA8B7CE}" dt="2026-09-18T20:44:56.759" v="1336" actId="1076"/>
        <pc:sldMkLst>
          <pc:docMk/>
          <pc:sldMk cId="3770674401" sldId="264"/>
        </pc:sldMkLst>
        <pc:spChg chg="add mod">
          <ac:chgData name="Oderanti Aminat" userId="c6048744b1d4ebbb" providerId="LiveId" clId="{76A10DF2-BF6E-4644-8669-3CC28FA8B7CE}" dt="2026-09-18T20:44:50.751" v="1335" actId="1076"/>
          <ac:spMkLst>
            <pc:docMk/>
            <pc:sldMk cId="3770674401" sldId="264"/>
            <ac:spMk id="2" creationId="{F8460939-B58D-4AD4-B966-CBA2E2CAE635}"/>
          </ac:spMkLst>
        </pc:spChg>
        <pc:picChg chg="add mod">
          <ac:chgData name="Oderanti Aminat" userId="c6048744b1d4ebbb" providerId="LiveId" clId="{76A10DF2-BF6E-4644-8669-3CC28FA8B7CE}" dt="2026-09-18T20:43:47.417" v="1325" actId="14100"/>
          <ac:picMkLst>
            <pc:docMk/>
            <pc:sldMk cId="3770674401" sldId="264"/>
            <ac:picMk id="4" creationId="{0DAB9A6D-D0EE-4FCA-94C6-54753617B1FF}"/>
          </ac:picMkLst>
        </pc:picChg>
        <pc:picChg chg="add mod">
          <ac:chgData name="Oderanti Aminat" userId="c6048744b1d4ebbb" providerId="LiveId" clId="{76A10DF2-BF6E-4644-8669-3CC28FA8B7CE}" dt="2026-09-18T20:44:56.759" v="1336" actId="1076"/>
          <ac:picMkLst>
            <pc:docMk/>
            <pc:sldMk cId="3770674401" sldId="264"/>
            <ac:picMk id="6" creationId="{723B8506-BD28-45D7-A4FD-39608BD9EBDA}"/>
          </ac:picMkLst>
        </pc:picChg>
      </pc:sldChg>
      <pc:sldChg chg="new del">
        <pc:chgData name="Oderanti Aminat" userId="c6048744b1d4ebbb" providerId="LiveId" clId="{76A10DF2-BF6E-4644-8669-3CC28FA8B7CE}" dt="2026-09-18T20:26:31.763" v="1048" actId="47"/>
        <pc:sldMkLst>
          <pc:docMk/>
          <pc:sldMk cId="3981835168" sldId="264"/>
        </pc:sldMkLst>
      </pc:sldChg>
      <pc:sldChg chg="addSp delSp modSp new mod">
        <pc:chgData name="Oderanti Aminat" userId="c6048744b1d4ebbb" providerId="LiveId" clId="{76A10DF2-BF6E-4644-8669-3CC28FA8B7CE}" dt="2026-09-18T20:48:16.432" v="1393" actId="14100"/>
        <pc:sldMkLst>
          <pc:docMk/>
          <pc:sldMk cId="689859051" sldId="265"/>
        </pc:sldMkLst>
        <pc:spChg chg="add mod">
          <ac:chgData name="Oderanti Aminat" userId="c6048744b1d4ebbb" providerId="LiveId" clId="{76A10DF2-BF6E-4644-8669-3CC28FA8B7CE}" dt="2026-09-18T20:46:50.419" v="1387" actId="1076"/>
          <ac:spMkLst>
            <pc:docMk/>
            <pc:sldMk cId="689859051" sldId="265"/>
            <ac:spMk id="2" creationId="{5CDA0625-997A-4416-9B4C-3714BBAA4971}"/>
          </ac:spMkLst>
        </pc:spChg>
        <pc:picChg chg="add del mod">
          <ac:chgData name="Oderanti Aminat" userId="c6048744b1d4ebbb" providerId="LiveId" clId="{76A10DF2-BF6E-4644-8669-3CC28FA8B7CE}" dt="2026-09-18T20:47:17.574" v="1389" actId="478"/>
          <ac:picMkLst>
            <pc:docMk/>
            <pc:sldMk cId="689859051" sldId="265"/>
            <ac:picMk id="4" creationId="{320A89EE-48CC-4F13-9B0D-D863B552EF99}"/>
          </ac:picMkLst>
        </pc:picChg>
        <pc:picChg chg="add mod">
          <ac:chgData name="Oderanti Aminat" userId="c6048744b1d4ebbb" providerId="LiveId" clId="{76A10DF2-BF6E-4644-8669-3CC28FA8B7CE}" dt="2026-09-18T20:48:16.432" v="1393" actId="14100"/>
          <ac:picMkLst>
            <pc:docMk/>
            <pc:sldMk cId="689859051" sldId="265"/>
            <ac:picMk id="6" creationId="{68E3EAFB-7F39-4D96-860C-F08B04805D4A}"/>
          </ac:picMkLst>
        </pc:picChg>
      </pc:sldChg>
      <pc:sldChg chg="new del">
        <pc:chgData name="Oderanti Aminat" userId="c6048744b1d4ebbb" providerId="LiveId" clId="{76A10DF2-BF6E-4644-8669-3CC28FA8B7CE}" dt="2026-09-18T20:26:33.702" v="1049" actId="47"/>
        <pc:sldMkLst>
          <pc:docMk/>
          <pc:sldMk cId="3345392007" sldId="265"/>
        </pc:sldMkLst>
      </pc:sldChg>
      <pc:sldChg chg="addSp delSp modSp new mod">
        <pc:chgData name="Oderanti Aminat" userId="c6048744b1d4ebbb" providerId="LiveId" clId="{76A10DF2-BF6E-4644-8669-3CC28FA8B7CE}" dt="2026-09-18T21:02:08.385" v="1587" actId="14100"/>
        <pc:sldMkLst>
          <pc:docMk/>
          <pc:sldMk cId="2562866598" sldId="266"/>
        </pc:sldMkLst>
        <pc:spChg chg="add mod">
          <ac:chgData name="Oderanti Aminat" userId="c6048744b1d4ebbb" providerId="LiveId" clId="{76A10DF2-BF6E-4644-8669-3CC28FA8B7CE}" dt="2026-09-18T20:49:59.682" v="1433" actId="14100"/>
          <ac:spMkLst>
            <pc:docMk/>
            <pc:sldMk cId="2562866598" sldId="266"/>
            <ac:spMk id="2" creationId="{6FA0F1EE-7168-4DAF-BFEB-190152E47850}"/>
          </ac:spMkLst>
        </pc:spChg>
        <pc:spChg chg="add mod">
          <ac:chgData name="Oderanti Aminat" userId="c6048744b1d4ebbb" providerId="LiveId" clId="{76A10DF2-BF6E-4644-8669-3CC28FA8B7CE}" dt="2026-09-18T20:50:53.665" v="1445" actId="113"/>
          <ac:spMkLst>
            <pc:docMk/>
            <pc:sldMk cId="2562866598" sldId="266"/>
            <ac:spMk id="3" creationId="{6B1EFC90-CFF4-45DD-8F96-217CB4E3A547}"/>
          </ac:spMkLst>
        </pc:spChg>
        <pc:spChg chg="add mod">
          <ac:chgData name="Oderanti Aminat" userId="c6048744b1d4ebbb" providerId="LiveId" clId="{76A10DF2-BF6E-4644-8669-3CC28FA8B7CE}" dt="2026-09-18T20:51:45.372" v="1470" actId="12"/>
          <ac:spMkLst>
            <pc:docMk/>
            <pc:sldMk cId="2562866598" sldId="266"/>
            <ac:spMk id="4" creationId="{9682934D-4347-4070-A04C-7F788FB741D2}"/>
          </ac:spMkLst>
        </pc:spChg>
        <pc:spChg chg="add mod">
          <ac:chgData name="Oderanti Aminat" userId="c6048744b1d4ebbb" providerId="LiveId" clId="{76A10DF2-BF6E-4644-8669-3CC28FA8B7CE}" dt="2026-09-18T20:52:35.346" v="1492" actId="1076"/>
          <ac:spMkLst>
            <pc:docMk/>
            <pc:sldMk cId="2562866598" sldId="266"/>
            <ac:spMk id="5" creationId="{790EB114-3C7A-4CB6-9656-46909319D9A0}"/>
          </ac:spMkLst>
        </pc:spChg>
        <pc:spChg chg="add mod">
          <ac:chgData name="Oderanti Aminat" userId="c6048744b1d4ebbb" providerId="LiveId" clId="{76A10DF2-BF6E-4644-8669-3CC28FA8B7CE}" dt="2026-09-18T20:54:13.859" v="1537" actId="1076"/>
          <ac:spMkLst>
            <pc:docMk/>
            <pc:sldMk cId="2562866598" sldId="266"/>
            <ac:spMk id="6" creationId="{C94ADD46-F40E-4B36-A8B9-ACCDC9AB2B86}"/>
          </ac:spMkLst>
        </pc:spChg>
        <pc:spChg chg="add mod">
          <ac:chgData name="Oderanti Aminat" userId="c6048744b1d4ebbb" providerId="LiveId" clId="{76A10DF2-BF6E-4644-8669-3CC28FA8B7CE}" dt="2026-09-18T20:56:05.661" v="1578" actId="14100"/>
          <ac:spMkLst>
            <pc:docMk/>
            <pc:sldMk cId="2562866598" sldId="266"/>
            <ac:spMk id="7" creationId="{4B366403-4127-4CDA-84A3-BCBD8C5A2475}"/>
          </ac:spMkLst>
        </pc:spChg>
        <pc:picChg chg="add del mod">
          <ac:chgData name="Oderanti Aminat" userId="c6048744b1d4ebbb" providerId="LiveId" clId="{76A10DF2-BF6E-4644-8669-3CC28FA8B7CE}" dt="2026-09-18T21:00:42.925" v="1583" actId="478"/>
          <ac:picMkLst>
            <pc:docMk/>
            <pc:sldMk cId="2562866598" sldId="266"/>
            <ac:picMk id="9" creationId="{0D34EFCD-9345-484A-99A7-B5A3ED3497E1}"/>
          </ac:picMkLst>
        </pc:picChg>
        <pc:picChg chg="add mod">
          <ac:chgData name="Oderanti Aminat" userId="c6048744b1d4ebbb" providerId="LiveId" clId="{76A10DF2-BF6E-4644-8669-3CC28FA8B7CE}" dt="2026-09-18T21:02:08.385" v="1587" actId="14100"/>
          <ac:picMkLst>
            <pc:docMk/>
            <pc:sldMk cId="2562866598" sldId="266"/>
            <ac:picMk id="11" creationId="{2F824B53-F2A7-4CFB-B6CB-20E098B928BA}"/>
          </ac:picMkLst>
        </pc:picChg>
      </pc:sldChg>
      <pc:sldChg chg="addSp delSp modSp new mod">
        <pc:chgData name="Oderanti Aminat" userId="c6048744b1d4ebbb" providerId="LiveId" clId="{76A10DF2-BF6E-4644-8669-3CC28FA8B7CE}" dt="2026-09-18T21:07:15.629" v="1662" actId="14100"/>
        <pc:sldMkLst>
          <pc:docMk/>
          <pc:sldMk cId="2410925793" sldId="267"/>
        </pc:sldMkLst>
        <pc:spChg chg="add del mod">
          <ac:chgData name="Oderanti Aminat" userId="c6048744b1d4ebbb" providerId="LiveId" clId="{76A10DF2-BF6E-4644-8669-3CC28FA8B7CE}" dt="2026-09-18T21:06:45.288" v="1658" actId="478"/>
          <ac:spMkLst>
            <pc:docMk/>
            <pc:sldMk cId="2410925793" sldId="267"/>
            <ac:spMk id="2" creationId="{5862086A-EF73-46AF-86E0-90DC039A237C}"/>
          </ac:spMkLst>
        </pc:spChg>
        <pc:picChg chg="add mod">
          <ac:chgData name="Oderanti Aminat" userId="c6048744b1d4ebbb" providerId="LiveId" clId="{76A10DF2-BF6E-4644-8669-3CC28FA8B7CE}" dt="2026-09-18T21:07:15.629" v="1662" actId="14100"/>
          <ac:picMkLst>
            <pc:docMk/>
            <pc:sldMk cId="2410925793" sldId="267"/>
            <ac:picMk id="4" creationId="{D0F7C713-D26C-4711-8D90-CD10790323C8}"/>
          </ac:picMkLst>
        </pc:picChg>
      </pc:sldChg>
      <pc:sldChg chg="addSp delSp modSp new mod">
        <pc:chgData name="Oderanti Aminat" userId="c6048744b1d4ebbb" providerId="LiveId" clId="{76A10DF2-BF6E-4644-8669-3CC28FA8B7CE}" dt="2026-09-18T21:29:46.780" v="2588" actId="14100"/>
        <pc:sldMkLst>
          <pc:docMk/>
          <pc:sldMk cId="8500" sldId="268"/>
        </pc:sldMkLst>
        <pc:spChg chg="add del mod">
          <ac:chgData name="Oderanti Aminat" userId="c6048744b1d4ebbb" providerId="LiveId" clId="{76A10DF2-BF6E-4644-8669-3CC28FA8B7CE}" dt="2026-09-18T21:08:15.123" v="1680" actId="478"/>
          <ac:spMkLst>
            <pc:docMk/>
            <pc:sldMk cId="8500" sldId="268"/>
            <ac:spMk id="2" creationId="{FC50AD48-C4FC-4892-B0B1-E8E1CCD301D5}"/>
          </ac:spMkLst>
        </pc:spChg>
        <pc:spChg chg="add mod">
          <ac:chgData name="Oderanti Aminat" userId="c6048744b1d4ebbb" providerId="LiveId" clId="{76A10DF2-BF6E-4644-8669-3CC28FA8B7CE}" dt="2026-09-18T21:09:28.623" v="1734" actId="1076"/>
          <ac:spMkLst>
            <pc:docMk/>
            <pc:sldMk cId="8500" sldId="268"/>
            <ac:spMk id="3" creationId="{05763F2F-B176-499E-8DF7-2191C292A880}"/>
          </ac:spMkLst>
        </pc:spChg>
        <pc:spChg chg="add mod">
          <ac:chgData name="Oderanti Aminat" userId="c6048744b1d4ebbb" providerId="LiveId" clId="{76A10DF2-BF6E-4644-8669-3CC28FA8B7CE}" dt="2026-09-18T21:10:20.171" v="1752" actId="1076"/>
          <ac:spMkLst>
            <pc:docMk/>
            <pc:sldMk cId="8500" sldId="268"/>
            <ac:spMk id="4" creationId="{1B4AACDB-452A-476A-A26C-7B1D578821E7}"/>
          </ac:spMkLst>
        </pc:spChg>
        <pc:spChg chg="add mod">
          <ac:chgData name="Oderanti Aminat" userId="c6048744b1d4ebbb" providerId="LiveId" clId="{76A10DF2-BF6E-4644-8669-3CC28FA8B7CE}" dt="2026-09-18T21:12:59.088" v="1822" actId="12"/>
          <ac:spMkLst>
            <pc:docMk/>
            <pc:sldMk cId="8500" sldId="268"/>
            <ac:spMk id="5" creationId="{79CAA1B2-2237-45D4-8670-20ACB8D728C7}"/>
          </ac:spMkLst>
        </pc:spChg>
        <pc:spChg chg="add mod">
          <ac:chgData name="Oderanti Aminat" userId="c6048744b1d4ebbb" providerId="LiveId" clId="{76A10DF2-BF6E-4644-8669-3CC28FA8B7CE}" dt="2026-09-18T21:14:21.420" v="1883" actId="14100"/>
          <ac:spMkLst>
            <pc:docMk/>
            <pc:sldMk cId="8500" sldId="268"/>
            <ac:spMk id="6" creationId="{75295F63-0CA7-4A48-8BE9-493E79809E97}"/>
          </ac:spMkLst>
        </pc:spChg>
        <pc:spChg chg="add mod">
          <ac:chgData name="Oderanti Aminat" userId="c6048744b1d4ebbb" providerId="LiveId" clId="{76A10DF2-BF6E-4644-8669-3CC28FA8B7CE}" dt="2026-09-18T21:15:46.626" v="1928" actId="1076"/>
          <ac:spMkLst>
            <pc:docMk/>
            <pc:sldMk cId="8500" sldId="268"/>
            <ac:spMk id="7" creationId="{90DEC062-7873-4DA2-A92F-B70F0E6A34F5}"/>
          </ac:spMkLst>
        </pc:spChg>
        <pc:spChg chg="add mod">
          <ac:chgData name="Oderanti Aminat" userId="c6048744b1d4ebbb" providerId="LiveId" clId="{76A10DF2-BF6E-4644-8669-3CC28FA8B7CE}" dt="2026-09-18T21:17:48.022" v="2018" actId="20577"/>
          <ac:spMkLst>
            <pc:docMk/>
            <pc:sldMk cId="8500" sldId="268"/>
            <ac:spMk id="8" creationId="{397BDC3A-6025-41D6-99AC-02E3BCE2E167}"/>
          </ac:spMkLst>
        </pc:spChg>
        <pc:spChg chg="add mod">
          <ac:chgData name="Oderanti Aminat" userId="c6048744b1d4ebbb" providerId="LiveId" clId="{76A10DF2-BF6E-4644-8669-3CC28FA8B7CE}" dt="2026-09-18T21:19:22.199" v="2099" actId="14100"/>
          <ac:spMkLst>
            <pc:docMk/>
            <pc:sldMk cId="8500" sldId="268"/>
            <ac:spMk id="9" creationId="{9EA40BC4-0046-47CD-8055-6D92654BF824}"/>
          </ac:spMkLst>
        </pc:spChg>
        <pc:spChg chg="add del mod">
          <ac:chgData name="Oderanti Aminat" userId="c6048744b1d4ebbb" providerId="LiveId" clId="{76A10DF2-BF6E-4644-8669-3CC28FA8B7CE}" dt="2026-09-18T21:20:24.099" v="2147"/>
          <ac:spMkLst>
            <pc:docMk/>
            <pc:sldMk cId="8500" sldId="268"/>
            <ac:spMk id="10" creationId="{AE0F398E-78BA-42C5-9C59-F632D5B6DD21}"/>
          </ac:spMkLst>
        </pc:spChg>
        <pc:spChg chg="add mod">
          <ac:chgData name="Oderanti Aminat" userId="c6048744b1d4ebbb" providerId="LiveId" clId="{76A10DF2-BF6E-4644-8669-3CC28FA8B7CE}" dt="2026-09-18T21:20:22.984" v="2145" actId="255"/>
          <ac:spMkLst>
            <pc:docMk/>
            <pc:sldMk cId="8500" sldId="268"/>
            <ac:spMk id="11" creationId="{535526D2-DDDB-495B-A05E-6472F5A050E3}"/>
          </ac:spMkLst>
        </pc:spChg>
        <pc:spChg chg="add del mod">
          <ac:chgData name="Oderanti Aminat" userId="c6048744b1d4ebbb" providerId="LiveId" clId="{76A10DF2-BF6E-4644-8669-3CC28FA8B7CE}" dt="2026-09-18T21:20:45.846" v="2150"/>
          <ac:spMkLst>
            <pc:docMk/>
            <pc:sldMk cId="8500" sldId="268"/>
            <ac:spMk id="12" creationId="{A80246DD-C8BC-4C3B-91E3-BE6FC1CDBC5D}"/>
          </ac:spMkLst>
        </pc:spChg>
        <pc:spChg chg="add mod">
          <ac:chgData name="Oderanti Aminat" userId="c6048744b1d4ebbb" providerId="LiveId" clId="{76A10DF2-BF6E-4644-8669-3CC28FA8B7CE}" dt="2026-09-18T21:23:40.089" v="2274" actId="14100"/>
          <ac:spMkLst>
            <pc:docMk/>
            <pc:sldMk cId="8500" sldId="268"/>
            <ac:spMk id="13" creationId="{C5276832-82BB-40AF-9B5D-D327028693C1}"/>
          </ac:spMkLst>
        </pc:spChg>
        <pc:spChg chg="add mod">
          <ac:chgData name="Oderanti Aminat" userId="c6048744b1d4ebbb" providerId="LiveId" clId="{76A10DF2-BF6E-4644-8669-3CC28FA8B7CE}" dt="2026-09-18T21:27:56.273" v="2485" actId="2711"/>
          <ac:spMkLst>
            <pc:docMk/>
            <pc:sldMk cId="8500" sldId="268"/>
            <ac:spMk id="14" creationId="{98645785-6E01-4758-9940-54C83339F3E8}"/>
          </ac:spMkLst>
        </pc:spChg>
        <pc:spChg chg="add mod">
          <ac:chgData name="Oderanti Aminat" userId="c6048744b1d4ebbb" providerId="LiveId" clId="{76A10DF2-BF6E-4644-8669-3CC28FA8B7CE}" dt="2026-09-18T21:27:42.527" v="2484" actId="2711"/>
          <ac:spMkLst>
            <pc:docMk/>
            <pc:sldMk cId="8500" sldId="268"/>
            <ac:spMk id="15" creationId="{4E370DA1-18D8-400B-8B35-40DFDA328119}"/>
          </ac:spMkLst>
        </pc:spChg>
        <pc:spChg chg="add mod">
          <ac:chgData name="Oderanti Aminat" userId="c6048744b1d4ebbb" providerId="LiveId" clId="{76A10DF2-BF6E-4644-8669-3CC28FA8B7CE}" dt="2026-09-18T21:29:46.780" v="2588" actId="14100"/>
          <ac:spMkLst>
            <pc:docMk/>
            <pc:sldMk cId="8500" sldId="268"/>
            <ac:spMk id="16" creationId="{A165FC23-C076-44F6-8D61-F1C3CBFD97F1}"/>
          </ac:spMkLst>
        </pc:spChg>
      </pc:sldChg>
      <pc:sldChg chg="addSp delSp modSp new mod">
        <pc:chgData name="Oderanti Aminat" userId="c6048744b1d4ebbb" providerId="LiveId" clId="{76A10DF2-BF6E-4644-8669-3CC28FA8B7CE}" dt="2026-09-18T22:22:30.957" v="3046" actId="2711"/>
        <pc:sldMkLst>
          <pc:docMk/>
          <pc:sldMk cId="829395274" sldId="269"/>
        </pc:sldMkLst>
        <pc:spChg chg="add mod">
          <ac:chgData name="Oderanti Aminat" userId="c6048744b1d4ebbb" providerId="LiveId" clId="{76A10DF2-BF6E-4644-8669-3CC28FA8B7CE}" dt="2026-09-18T21:31:17.566" v="2617" actId="122"/>
          <ac:spMkLst>
            <pc:docMk/>
            <pc:sldMk cId="829395274" sldId="269"/>
            <ac:spMk id="2" creationId="{A12FFE1B-02FB-4D02-A387-3F172380D0FE}"/>
          </ac:spMkLst>
        </pc:spChg>
        <pc:spChg chg="add mod">
          <ac:chgData name="Oderanti Aminat" userId="c6048744b1d4ebbb" providerId="LiveId" clId="{76A10DF2-BF6E-4644-8669-3CC28FA8B7CE}" dt="2026-09-18T22:21:54.115" v="3033" actId="2711"/>
          <ac:spMkLst>
            <pc:docMk/>
            <pc:sldMk cId="829395274" sldId="269"/>
            <ac:spMk id="3" creationId="{7C116534-CC21-4FCF-A96E-28B9BBD17AD1}"/>
          </ac:spMkLst>
        </pc:spChg>
        <pc:spChg chg="add del mod">
          <ac:chgData name="Oderanti Aminat" userId="c6048744b1d4ebbb" providerId="LiveId" clId="{76A10DF2-BF6E-4644-8669-3CC28FA8B7CE}" dt="2026-09-18T21:34:27.541" v="2755" actId="478"/>
          <ac:spMkLst>
            <pc:docMk/>
            <pc:sldMk cId="829395274" sldId="269"/>
            <ac:spMk id="4" creationId="{55CCB7AD-815B-4D19-9576-78184747F8E7}"/>
          </ac:spMkLst>
        </pc:spChg>
        <pc:spChg chg="add mod">
          <ac:chgData name="Oderanti Aminat" userId="c6048744b1d4ebbb" providerId="LiveId" clId="{76A10DF2-BF6E-4644-8669-3CC28FA8B7CE}" dt="2026-09-18T22:22:00.157" v="3034" actId="2711"/>
          <ac:spMkLst>
            <pc:docMk/>
            <pc:sldMk cId="829395274" sldId="269"/>
            <ac:spMk id="5" creationId="{E716D676-8416-44D2-818F-6C61D9DBF809}"/>
          </ac:spMkLst>
        </pc:spChg>
        <pc:spChg chg="add mod">
          <ac:chgData name="Oderanti Aminat" userId="c6048744b1d4ebbb" providerId="LiveId" clId="{76A10DF2-BF6E-4644-8669-3CC28FA8B7CE}" dt="2026-09-18T22:22:30.957" v="3046" actId="2711"/>
          <ac:spMkLst>
            <pc:docMk/>
            <pc:sldMk cId="829395274" sldId="269"/>
            <ac:spMk id="6" creationId="{E95C5E25-7360-4A2F-BF9A-89FC22D97ABD}"/>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9/18/2026</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9/18/2026</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A551B-71FE-4441-B303-CAAA2C0D62E3}"/>
              </a:ext>
            </a:extLst>
          </p:cNvPr>
          <p:cNvSpPr>
            <a:spLocks noGrp="1"/>
          </p:cNvSpPr>
          <p:nvPr>
            <p:ph type="ctrTitle"/>
          </p:nvPr>
        </p:nvSpPr>
        <p:spPr/>
        <p:txBody>
          <a:bodyPr/>
          <a:lstStyle/>
          <a:p>
            <a:r>
              <a:rPr lang="en-US" sz="3200" b="1" dirty="0"/>
              <a:t>HEALTHCARE DATA ANALYSIS AND VISUALIZATION</a:t>
            </a:r>
          </a:p>
        </p:txBody>
      </p:sp>
      <p:sp>
        <p:nvSpPr>
          <p:cNvPr id="3" name="Subtitle 2">
            <a:extLst>
              <a:ext uri="{FF2B5EF4-FFF2-40B4-BE49-F238E27FC236}">
                <a16:creationId xmlns:a16="http://schemas.microsoft.com/office/drawing/2014/main" id="{E7EE3C93-1300-47E9-8871-5EAB7A3A07C3}"/>
              </a:ext>
            </a:extLst>
          </p:cNvPr>
          <p:cNvSpPr>
            <a:spLocks noGrp="1"/>
          </p:cNvSpPr>
          <p:nvPr>
            <p:ph type="subTitle" idx="1"/>
          </p:nvPr>
        </p:nvSpPr>
        <p:spPr>
          <a:xfrm>
            <a:off x="2692398" y="3657597"/>
            <a:ext cx="6815669" cy="1376416"/>
          </a:xfrm>
        </p:spPr>
        <p:txBody>
          <a:bodyPr>
            <a:normAutofit/>
          </a:bodyPr>
          <a:lstStyle/>
          <a:p>
            <a:pPr algn="l"/>
            <a:r>
              <a:rPr lang="en-US" dirty="0"/>
              <a:t>PRESENTED BY:ODERANTI AMINAT </a:t>
            </a:r>
          </a:p>
        </p:txBody>
      </p:sp>
    </p:spTree>
    <p:extLst>
      <p:ext uri="{BB962C8B-B14F-4D97-AF65-F5344CB8AC3E}">
        <p14:creationId xmlns:p14="http://schemas.microsoft.com/office/powerpoint/2010/main" val="1622073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5D40-8C3A-4F06-ACDA-BDE61FEBA88C}"/>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E9EEA9E2-2420-4ACE-9A51-1EF030A1C0B4}"/>
              </a:ext>
            </a:extLst>
          </p:cNvPr>
          <p:cNvSpPr>
            <a:spLocks noGrp="1"/>
          </p:cNvSpPr>
          <p:nvPr>
            <p:ph idx="1"/>
          </p:nvPr>
        </p:nvSpPr>
        <p:spPr/>
        <p:txBody>
          <a:bodyPr/>
          <a:lstStyle/>
          <a:p>
            <a:r>
              <a:rPr lang="en-US" b="1" dirty="0"/>
              <a:t>Background</a:t>
            </a:r>
          </a:p>
          <a:p>
            <a:r>
              <a:rPr lang="en-US" sz="2000" dirty="0">
                <a:latin typeface="Cambria" panose="02040503050406030204" pitchFamily="18" charset="0"/>
                <a:ea typeface="Cambria" panose="02040503050406030204" pitchFamily="18" charset="0"/>
              </a:rPr>
              <a:t>Healthcare organizations generate large volumes of patient and operational data.</a:t>
            </a:r>
          </a:p>
          <a:p>
            <a:r>
              <a:rPr lang="en-US" sz="2000" dirty="0">
                <a:latin typeface="Cambria" panose="02040503050406030204" pitchFamily="18" charset="0"/>
                <a:ea typeface="Cambria" panose="02040503050406030204" pitchFamily="18" charset="0"/>
              </a:rPr>
              <a:t> Analyzing healthcare data can reveal patterns that may be difficult to identify manually.</a:t>
            </a:r>
          </a:p>
          <a:p>
            <a:r>
              <a:rPr lang="en-US" sz="2000" dirty="0">
                <a:latin typeface="Cambria" panose="02040503050406030204" pitchFamily="18" charset="0"/>
                <a:ea typeface="Cambria" panose="02040503050406030204" pitchFamily="18" charset="0"/>
              </a:rPr>
              <a:t>Data visualization makes these insights easier to understand.</a:t>
            </a:r>
          </a:p>
          <a:p>
            <a:r>
              <a:rPr lang="en-US" sz="2000" dirty="0">
                <a:latin typeface="Cambria" panose="02040503050406030204" pitchFamily="18" charset="0"/>
                <a:ea typeface="Cambria" panose="02040503050406030204" pitchFamily="18" charset="0"/>
              </a:rPr>
              <a:t>This project uses data analytics and visualization to transform healthcare data into meaningful insights that can support informed decision-making.</a:t>
            </a:r>
          </a:p>
          <a:p>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92513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22F2E-34BE-4874-BF90-27FEF1A7180B}"/>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73376CD7-4F53-42B4-B9C5-B9D05E329A67}"/>
              </a:ext>
            </a:extLst>
          </p:cNvPr>
          <p:cNvSpPr>
            <a:spLocks noGrp="1"/>
          </p:cNvSpPr>
          <p:nvPr>
            <p:ph idx="1"/>
          </p:nvPr>
        </p:nvSpPr>
        <p:spPr/>
        <p:txBody>
          <a:bodyPr/>
          <a:lstStyle/>
          <a:p>
            <a:pPr marL="0" indent="0">
              <a:buNone/>
            </a:pPr>
            <a:r>
              <a:rPr lang="en-US" dirty="0">
                <a:latin typeface="Cambria" panose="02040503050406030204" pitchFamily="18" charset="0"/>
                <a:ea typeface="Cambria" panose="02040503050406030204" pitchFamily="18" charset="0"/>
              </a:rPr>
              <a:t>    The key challenges addressed in this project include:</a:t>
            </a:r>
          </a:p>
          <a:p>
            <a:r>
              <a:rPr lang="en-US" dirty="0">
                <a:latin typeface="Cambria" panose="02040503050406030204" pitchFamily="18" charset="0"/>
                <a:ea typeface="Cambria" panose="02040503050406030204" pitchFamily="18" charset="0"/>
              </a:rPr>
              <a:t> Large and difficult to analyze manually.</a:t>
            </a:r>
          </a:p>
          <a:p>
            <a:r>
              <a:rPr lang="en-US" dirty="0">
                <a:latin typeface="Cambria" panose="02040503050406030204" pitchFamily="18" charset="0"/>
                <a:ea typeface="Cambria" panose="02040503050406030204" pitchFamily="18" charset="0"/>
              </a:rPr>
              <a:t> Inconsistent or unstructured.</a:t>
            </a:r>
          </a:p>
          <a:p>
            <a:r>
              <a:rPr lang="en-US" dirty="0">
                <a:latin typeface="Cambria" panose="02040503050406030204" pitchFamily="18" charset="0"/>
                <a:ea typeface="Cambria" panose="02040503050406030204" pitchFamily="18" charset="0"/>
              </a:rPr>
              <a:t> Difficult to interpret without visualization.</a:t>
            </a:r>
          </a:p>
          <a:p>
            <a:r>
              <a:rPr lang="en-US" dirty="0">
                <a:latin typeface="Cambria" panose="02040503050406030204" pitchFamily="18" charset="0"/>
                <a:ea typeface="Cambria" panose="02040503050406030204" pitchFamily="18" charset="0"/>
              </a:rPr>
              <a:t> Challenging to use for identifying patient and billing patterns.</a:t>
            </a:r>
          </a:p>
        </p:txBody>
      </p:sp>
    </p:spTree>
    <p:extLst>
      <p:ext uri="{BB962C8B-B14F-4D97-AF65-F5344CB8AC3E}">
        <p14:creationId xmlns:p14="http://schemas.microsoft.com/office/powerpoint/2010/main" val="3456369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67D5E-7C66-40FF-AFC5-CA5B7E125252}"/>
              </a:ext>
            </a:extLst>
          </p:cNvPr>
          <p:cNvSpPr>
            <a:spLocks noGrp="1"/>
          </p:cNvSpPr>
          <p:nvPr>
            <p:ph type="title"/>
          </p:nvPr>
        </p:nvSpPr>
        <p:spPr/>
        <p:txBody>
          <a:bodyPr/>
          <a:lstStyle/>
          <a:p>
            <a:r>
              <a:rPr lang="en-US" dirty="0"/>
              <a:t>AIM &amp;OBJECTIVES</a:t>
            </a:r>
          </a:p>
        </p:txBody>
      </p:sp>
      <p:sp>
        <p:nvSpPr>
          <p:cNvPr id="3" name="Content Placeholder 2">
            <a:extLst>
              <a:ext uri="{FF2B5EF4-FFF2-40B4-BE49-F238E27FC236}">
                <a16:creationId xmlns:a16="http://schemas.microsoft.com/office/drawing/2014/main" id="{B07827A4-3BCB-48E4-B567-93E476747A5C}"/>
              </a:ext>
            </a:extLst>
          </p:cNvPr>
          <p:cNvSpPr>
            <a:spLocks noGrp="1"/>
          </p:cNvSpPr>
          <p:nvPr>
            <p:ph sz="half" idx="1"/>
          </p:nvPr>
        </p:nvSpPr>
        <p:spPr/>
        <p:txBody>
          <a:bodyPr>
            <a:normAutofit/>
          </a:bodyPr>
          <a:lstStyle/>
          <a:p>
            <a:pPr marL="0" indent="0">
              <a:buNone/>
            </a:pPr>
            <a:r>
              <a:rPr lang="en-US" b="1" dirty="0">
                <a:latin typeface="Cambria" panose="02040503050406030204" pitchFamily="18" charset="0"/>
                <a:ea typeface="Cambria" panose="02040503050406030204" pitchFamily="18" charset="0"/>
              </a:rPr>
              <a:t>AIM</a:t>
            </a:r>
          </a:p>
          <a:p>
            <a:pPr marL="0" indent="0">
              <a:buNone/>
            </a:pPr>
            <a:r>
              <a:rPr lang="en-US" sz="2000" dirty="0">
                <a:latin typeface="Cambria" panose="02040503050406030204" pitchFamily="18" charset="0"/>
                <a:ea typeface="Cambria" panose="02040503050406030204" pitchFamily="18" charset="0"/>
              </a:rPr>
              <a:t>To analyze healthcare data and develop an interactive Power BI dashboard for generating meaningful insights into patient demographics, medical conditions, billing, and hospital stay patterns.</a:t>
            </a:r>
          </a:p>
          <a:p>
            <a:endParaRPr lang="en-US" dirty="0"/>
          </a:p>
        </p:txBody>
      </p:sp>
      <p:sp>
        <p:nvSpPr>
          <p:cNvPr id="4" name="Content Placeholder 3">
            <a:extLst>
              <a:ext uri="{FF2B5EF4-FFF2-40B4-BE49-F238E27FC236}">
                <a16:creationId xmlns:a16="http://schemas.microsoft.com/office/drawing/2014/main" id="{963EC3CC-5B44-4439-8035-034DA4547A8B}"/>
              </a:ext>
            </a:extLst>
          </p:cNvPr>
          <p:cNvSpPr>
            <a:spLocks noGrp="1"/>
          </p:cNvSpPr>
          <p:nvPr>
            <p:ph sz="half" idx="2"/>
          </p:nvPr>
        </p:nvSpPr>
        <p:spPr>
          <a:xfrm>
            <a:off x="6181344" y="2560320"/>
            <a:ext cx="4718304" cy="3599848"/>
          </a:xfrm>
        </p:spPr>
        <p:txBody>
          <a:bodyPr>
            <a:normAutofit/>
          </a:bodyPr>
          <a:lstStyle/>
          <a:p>
            <a:r>
              <a:rPr lang="en-US" b="1" dirty="0"/>
              <a:t>Objectives</a:t>
            </a:r>
          </a:p>
          <a:p>
            <a:r>
              <a:rPr lang="en-US" sz="2000" dirty="0">
                <a:latin typeface="Cambria" panose="02040503050406030204" pitchFamily="18" charset="0"/>
                <a:ea typeface="Cambria" panose="02040503050406030204" pitchFamily="18" charset="0"/>
              </a:rPr>
              <a:t> Examine medical conditions.</a:t>
            </a:r>
          </a:p>
          <a:p>
            <a:r>
              <a:rPr lang="en-US" sz="2000" dirty="0">
                <a:latin typeface="Cambria" panose="02040503050406030204" pitchFamily="18" charset="0"/>
                <a:ea typeface="Cambria" panose="02040503050406030204" pitchFamily="18" charset="0"/>
              </a:rPr>
              <a:t>Analyze patient age groups.</a:t>
            </a:r>
          </a:p>
          <a:p>
            <a:r>
              <a:rPr lang="en-US" sz="2000" dirty="0">
                <a:latin typeface="Cambria" panose="02040503050406030204" pitchFamily="18" charset="0"/>
                <a:ea typeface="Cambria" panose="02040503050406030204" pitchFamily="18" charset="0"/>
              </a:rPr>
              <a:t> Analyze billing amounts.</a:t>
            </a:r>
          </a:p>
          <a:p>
            <a:r>
              <a:rPr lang="en-US" sz="2000" dirty="0">
                <a:latin typeface="Cambria" panose="02040503050406030204" pitchFamily="18" charset="0"/>
                <a:ea typeface="Cambria" panose="02040503050406030204" pitchFamily="18" charset="0"/>
              </a:rPr>
              <a:t> Examine length of hospital stay.</a:t>
            </a:r>
          </a:p>
          <a:p>
            <a:r>
              <a:rPr lang="en-US" sz="2000" dirty="0">
                <a:latin typeface="Cambria" panose="02040503050406030204" pitchFamily="18" charset="0"/>
                <a:ea typeface="Cambria" panose="02040503050406030204" pitchFamily="18" charset="0"/>
              </a:rPr>
              <a:t> Identify admission patterns.</a:t>
            </a:r>
          </a:p>
          <a:p>
            <a:r>
              <a:rPr lang="en-US" sz="2000" dirty="0">
                <a:latin typeface="Cambria" panose="02040503050406030204" pitchFamily="18" charset="0"/>
                <a:ea typeface="Cambria" panose="02040503050406030204" pitchFamily="18" charset="0"/>
              </a:rPr>
              <a:t> Develop an interactive Power BI dashboard.</a:t>
            </a:r>
          </a:p>
          <a:p>
            <a:endParaRPr lang="en-US" sz="2000" dirty="0">
              <a:latin typeface="Cambria" panose="02040503050406030204" pitchFamily="18" charset="0"/>
              <a:ea typeface="Cambria" panose="02040503050406030204" pitchFamily="18" charset="0"/>
            </a:endParaRPr>
          </a:p>
          <a:p>
            <a:endParaRPr lang="en-US" sz="2000"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477093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50510-9879-43F9-A55B-08EB5D0C4253}"/>
              </a:ext>
            </a:extLst>
          </p:cNvPr>
          <p:cNvSpPr>
            <a:spLocks noGrp="1"/>
          </p:cNvSpPr>
          <p:nvPr>
            <p:ph type="title"/>
          </p:nvPr>
        </p:nvSpPr>
        <p:spPr>
          <a:xfrm>
            <a:off x="1295402" y="987552"/>
            <a:ext cx="9601196" cy="1303867"/>
          </a:xfrm>
        </p:spPr>
        <p:txBody>
          <a:bodyPr/>
          <a:lstStyle/>
          <a:p>
            <a:r>
              <a:rPr lang="en-US" b="1" dirty="0"/>
              <a:t>DATASET,SOURCE &amp; TOOLS</a:t>
            </a:r>
          </a:p>
        </p:txBody>
      </p:sp>
      <p:sp>
        <p:nvSpPr>
          <p:cNvPr id="3" name="Content Placeholder 2">
            <a:extLst>
              <a:ext uri="{FF2B5EF4-FFF2-40B4-BE49-F238E27FC236}">
                <a16:creationId xmlns:a16="http://schemas.microsoft.com/office/drawing/2014/main" id="{5B93424D-2BB8-4863-95FF-99D937018872}"/>
              </a:ext>
            </a:extLst>
          </p:cNvPr>
          <p:cNvSpPr>
            <a:spLocks noGrp="1"/>
          </p:cNvSpPr>
          <p:nvPr>
            <p:ph sz="half" idx="1"/>
          </p:nvPr>
        </p:nvSpPr>
        <p:spPr/>
        <p:txBody>
          <a:bodyPr>
            <a:normAutofit/>
          </a:bodyPr>
          <a:lstStyle/>
          <a:p>
            <a:r>
              <a:rPr lang="en-US" sz="2000" b="1" dirty="0">
                <a:latin typeface="Cambria" panose="02040503050406030204" pitchFamily="18" charset="0"/>
                <a:ea typeface="Cambria" panose="02040503050406030204" pitchFamily="18" charset="0"/>
              </a:rPr>
              <a:t>Dataset:</a:t>
            </a:r>
          </a:p>
          <a:p>
            <a:r>
              <a:rPr lang="en-US" sz="2000" dirty="0">
                <a:latin typeface="Cambria" panose="02040503050406030204" pitchFamily="18" charset="0"/>
                <a:ea typeface="Cambria" panose="02040503050406030204" pitchFamily="18" charset="0"/>
              </a:rPr>
              <a:t>Healthcare Patient Dataset</a:t>
            </a:r>
          </a:p>
          <a:p>
            <a:r>
              <a:rPr lang="en-US" sz="2000" b="1" dirty="0">
                <a:latin typeface="Cambria" panose="02040503050406030204" pitchFamily="18" charset="0"/>
                <a:ea typeface="Cambria" panose="02040503050406030204" pitchFamily="18" charset="0"/>
              </a:rPr>
              <a:t>Data Source:</a:t>
            </a:r>
          </a:p>
          <a:p>
            <a:r>
              <a:rPr lang="en-US" sz="2000" dirty="0">
                <a:latin typeface="Cambria" panose="02040503050406030204" pitchFamily="18" charset="0"/>
                <a:ea typeface="Cambria" panose="02040503050406030204" pitchFamily="18" charset="0"/>
              </a:rPr>
              <a:t>Kaggle-Healthcare Dataset</a:t>
            </a:r>
          </a:p>
        </p:txBody>
      </p:sp>
      <p:sp>
        <p:nvSpPr>
          <p:cNvPr id="4" name="Content Placeholder 3">
            <a:extLst>
              <a:ext uri="{FF2B5EF4-FFF2-40B4-BE49-F238E27FC236}">
                <a16:creationId xmlns:a16="http://schemas.microsoft.com/office/drawing/2014/main" id="{7C510363-A4FB-44E9-8F5F-FA990038A7E8}"/>
              </a:ext>
            </a:extLst>
          </p:cNvPr>
          <p:cNvSpPr>
            <a:spLocks noGrp="1"/>
          </p:cNvSpPr>
          <p:nvPr>
            <p:ph sz="half" idx="2"/>
          </p:nvPr>
        </p:nvSpPr>
        <p:spPr/>
        <p:txBody>
          <a:bodyPr>
            <a:normAutofit/>
          </a:bodyPr>
          <a:lstStyle/>
          <a:p>
            <a:r>
              <a:rPr lang="en-US" b="1" dirty="0">
                <a:latin typeface="Cambria" panose="02040503050406030204" pitchFamily="18" charset="0"/>
                <a:ea typeface="Cambria" panose="02040503050406030204" pitchFamily="18" charset="0"/>
              </a:rPr>
              <a:t>Tools used:</a:t>
            </a:r>
          </a:p>
          <a:p>
            <a:r>
              <a:rPr lang="en-US" sz="2000" dirty="0">
                <a:latin typeface="Cambria" panose="02040503050406030204" pitchFamily="18" charset="0"/>
                <a:ea typeface="Cambria" panose="02040503050406030204" pitchFamily="18" charset="0"/>
              </a:rPr>
              <a:t>Microsoft Excel : initial data inspection and Presentation</a:t>
            </a:r>
          </a:p>
          <a:p>
            <a:r>
              <a:rPr lang="en-US" sz="2000" dirty="0">
                <a:latin typeface="Cambria" panose="02040503050406030204" pitchFamily="18" charset="0"/>
                <a:ea typeface="Cambria" panose="02040503050406030204" pitchFamily="18" charset="0"/>
              </a:rPr>
              <a:t>Power query : Data cleaning and Transformation</a:t>
            </a:r>
          </a:p>
          <a:p>
            <a:r>
              <a:rPr lang="en-US" sz="2000" dirty="0">
                <a:latin typeface="Cambria" panose="02040503050406030204" pitchFamily="18" charset="0"/>
                <a:ea typeface="Cambria" panose="02040503050406030204" pitchFamily="18" charset="0"/>
              </a:rPr>
              <a:t>Power BI : Data modelling, analysis and visualization</a:t>
            </a:r>
          </a:p>
          <a:p>
            <a:r>
              <a:rPr lang="en-US" sz="2000" dirty="0">
                <a:latin typeface="Cambria" panose="02040503050406030204" pitchFamily="18" charset="0"/>
                <a:ea typeface="Cambria" panose="02040503050406030204" pitchFamily="18" charset="0"/>
              </a:rPr>
              <a:t>DAX : Measure and calculations</a:t>
            </a:r>
          </a:p>
          <a:p>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11766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3987CE-8EA0-4D13-ADDC-42B446714349}"/>
              </a:ext>
            </a:extLst>
          </p:cNvPr>
          <p:cNvSpPr txBox="1"/>
          <p:nvPr/>
        </p:nvSpPr>
        <p:spPr>
          <a:xfrm>
            <a:off x="693018" y="644892"/>
            <a:ext cx="8604986" cy="461665"/>
          </a:xfrm>
          <a:prstGeom prst="rect">
            <a:avLst/>
          </a:prstGeom>
          <a:noFill/>
        </p:spPr>
        <p:txBody>
          <a:bodyPr wrap="square" rtlCol="0">
            <a:spAutoFit/>
          </a:bodyPr>
          <a:lstStyle/>
          <a:p>
            <a:r>
              <a:rPr lang="en-US" sz="2400" b="1" dirty="0">
                <a:latin typeface="Cambria" panose="02040503050406030204" pitchFamily="18" charset="0"/>
                <a:ea typeface="Cambria" panose="02040503050406030204" pitchFamily="18" charset="0"/>
              </a:rPr>
              <a:t>DATA CLEANING &amp;TRANSFORMATION </a:t>
            </a:r>
          </a:p>
        </p:txBody>
      </p:sp>
      <p:sp>
        <p:nvSpPr>
          <p:cNvPr id="5" name="TextBox 4">
            <a:extLst>
              <a:ext uri="{FF2B5EF4-FFF2-40B4-BE49-F238E27FC236}">
                <a16:creationId xmlns:a16="http://schemas.microsoft.com/office/drawing/2014/main" id="{29EB2769-524E-43AC-98ED-42C25CA09141}"/>
              </a:ext>
            </a:extLst>
          </p:cNvPr>
          <p:cNvSpPr txBox="1"/>
          <p:nvPr/>
        </p:nvSpPr>
        <p:spPr>
          <a:xfrm>
            <a:off x="693018" y="1014224"/>
            <a:ext cx="3828448" cy="369332"/>
          </a:xfrm>
          <a:prstGeom prst="rect">
            <a:avLst/>
          </a:prstGeom>
          <a:noFill/>
        </p:spPr>
        <p:txBody>
          <a:bodyPr wrap="square" rtlCol="0">
            <a:spAutoFit/>
          </a:bodyPr>
          <a:lstStyle/>
          <a:p>
            <a:r>
              <a:rPr lang="en-US" b="1" dirty="0">
                <a:latin typeface="Cambria" panose="02040503050406030204" pitchFamily="18" charset="0"/>
                <a:ea typeface="Cambria" panose="02040503050406030204" pitchFamily="18" charset="0"/>
              </a:rPr>
              <a:t>Data Presentation Activities:</a:t>
            </a:r>
          </a:p>
        </p:txBody>
      </p:sp>
      <p:sp>
        <p:nvSpPr>
          <p:cNvPr id="6" name="TextBox 5">
            <a:extLst>
              <a:ext uri="{FF2B5EF4-FFF2-40B4-BE49-F238E27FC236}">
                <a16:creationId xmlns:a16="http://schemas.microsoft.com/office/drawing/2014/main" id="{7308677F-C40B-4920-8597-BB78FE0826CA}"/>
              </a:ext>
            </a:extLst>
          </p:cNvPr>
          <p:cNvSpPr txBox="1"/>
          <p:nvPr/>
        </p:nvSpPr>
        <p:spPr>
          <a:xfrm flipH="1">
            <a:off x="693017" y="1383556"/>
            <a:ext cx="10183529" cy="923330"/>
          </a:xfrm>
          <a:prstGeom prst="rect">
            <a:avLst/>
          </a:prstGeom>
          <a:noFill/>
        </p:spPr>
        <p:txBody>
          <a:bodyPr wrap="square" rtlCol="0">
            <a:spAutoFit/>
          </a:bodyPr>
          <a:lstStyle/>
          <a:p>
            <a:r>
              <a:rPr lang="en-US" b="1" dirty="0">
                <a:latin typeface="Cambria" panose="02040503050406030204" pitchFamily="18" charset="0"/>
                <a:ea typeface="Cambria" panose="02040503050406030204" pitchFamily="18" charset="0"/>
              </a:rPr>
              <a:t>Remove/Handle inconsistencies, Standardized patient names using proper case Created Age Group categories Calculated Length of Stay Extracted Admission Month Checked date fields Reviewed missing or inconsistent values Prepared the dataset for analysis</a:t>
            </a:r>
          </a:p>
        </p:txBody>
      </p:sp>
      <p:pic>
        <p:nvPicPr>
          <p:cNvPr id="8" name="Picture 7">
            <a:extLst>
              <a:ext uri="{FF2B5EF4-FFF2-40B4-BE49-F238E27FC236}">
                <a16:creationId xmlns:a16="http://schemas.microsoft.com/office/drawing/2014/main" id="{30859445-2CF3-4AFB-97B5-4DB2D0825188}"/>
              </a:ext>
            </a:extLst>
          </p:cNvPr>
          <p:cNvPicPr>
            <a:picLocks noChangeAspect="1"/>
          </p:cNvPicPr>
          <p:nvPr/>
        </p:nvPicPr>
        <p:blipFill rotWithShape="1">
          <a:blip r:embed="rId2"/>
          <a:srcRect/>
          <a:stretch/>
        </p:blipFill>
        <p:spPr>
          <a:xfrm>
            <a:off x="606519" y="2425566"/>
            <a:ext cx="10789793" cy="3787541"/>
          </a:xfrm>
          <a:prstGeom prst="rect">
            <a:avLst/>
          </a:prstGeom>
          <a:ln>
            <a:noFill/>
          </a:ln>
        </p:spPr>
      </p:pic>
    </p:spTree>
    <p:extLst>
      <p:ext uri="{BB962C8B-B14F-4D97-AF65-F5344CB8AC3E}">
        <p14:creationId xmlns:p14="http://schemas.microsoft.com/office/powerpoint/2010/main" val="14516466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15CCDB-8BDE-4CA8-927B-DD364808982E}"/>
              </a:ext>
            </a:extLst>
          </p:cNvPr>
          <p:cNvSpPr txBox="1"/>
          <p:nvPr/>
        </p:nvSpPr>
        <p:spPr>
          <a:xfrm flipH="1">
            <a:off x="2858703" y="808521"/>
            <a:ext cx="6285296" cy="461665"/>
          </a:xfrm>
          <a:prstGeom prst="rect">
            <a:avLst/>
          </a:prstGeom>
          <a:noFill/>
        </p:spPr>
        <p:txBody>
          <a:bodyPr wrap="square" rtlCol="0">
            <a:spAutoFit/>
          </a:bodyPr>
          <a:lstStyle/>
          <a:p>
            <a:pPr algn="ctr"/>
            <a:r>
              <a:rPr lang="en-US" sz="2400" b="1" dirty="0"/>
              <a:t>DATA MODEL &amp; DAX MEASURES</a:t>
            </a:r>
          </a:p>
        </p:txBody>
      </p:sp>
      <p:sp>
        <p:nvSpPr>
          <p:cNvPr id="4" name="TextBox 3">
            <a:extLst>
              <a:ext uri="{FF2B5EF4-FFF2-40B4-BE49-F238E27FC236}">
                <a16:creationId xmlns:a16="http://schemas.microsoft.com/office/drawing/2014/main" id="{EFCCC6C3-5F86-4124-8A37-3ACC7AF6EFF8}"/>
              </a:ext>
            </a:extLst>
          </p:cNvPr>
          <p:cNvSpPr txBox="1"/>
          <p:nvPr/>
        </p:nvSpPr>
        <p:spPr>
          <a:xfrm flipH="1">
            <a:off x="844615" y="1270186"/>
            <a:ext cx="10041557" cy="646331"/>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DAX stands for Data Analysis Expression. It is the formular language used in Power BI to create calculated measures and columns</a:t>
            </a:r>
          </a:p>
        </p:txBody>
      </p:sp>
      <p:sp>
        <p:nvSpPr>
          <p:cNvPr id="6" name="TextBox 5">
            <a:extLst>
              <a:ext uri="{FF2B5EF4-FFF2-40B4-BE49-F238E27FC236}">
                <a16:creationId xmlns:a16="http://schemas.microsoft.com/office/drawing/2014/main" id="{1F06F1D3-45C2-4643-BD81-AC8D798011BC}"/>
              </a:ext>
            </a:extLst>
          </p:cNvPr>
          <p:cNvSpPr txBox="1"/>
          <p:nvPr/>
        </p:nvSpPr>
        <p:spPr>
          <a:xfrm flipH="1">
            <a:off x="844615" y="2008850"/>
            <a:ext cx="2755233" cy="369332"/>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Examples of measures:</a:t>
            </a:r>
          </a:p>
        </p:txBody>
      </p:sp>
      <p:sp>
        <p:nvSpPr>
          <p:cNvPr id="7" name="TextBox 6">
            <a:extLst>
              <a:ext uri="{FF2B5EF4-FFF2-40B4-BE49-F238E27FC236}">
                <a16:creationId xmlns:a16="http://schemas.microsoft.com/office/drawing/2014/main" id="{02061385-BB48-49B3-A8C0-64D5C499300E}"/>
              </a:ext>
            </a:extLst>
          </p:cNvPr>
          <p:cNvSpPr txBox="1"/>
          <p:nvPr/>
        </p:nvSpPr>
        <p:spPr>
          <a:xfrm flipH="1">
            <a:off x="890334" y="2541069"/>
            <a:ext cx="2466480"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Total Patients</a:t>
            </a:r>
          </a:p>
        </p:txBody>
      </p:sp>
      <p:sp>
        <p:nvSpPr>
          <p:cNvPr id="8" name="TextBox 7">
            <a:extLst>
              <a:ext uri="{FF2B5EF4-FFF2-40B4-BE49-F238E27FC236}">
                <a16:creationId xmlns:a16="http://schemas.microsoft.com/office/drawing/2014/main" id="{8F6C5C18-32F1-48F7-A464-C3E17847C008}"/>
              </a:ext>
            </a:extLst>
          </p:cNvPr>
          <p:cNvSpPr txBox="1"/>
          <p:nvPr/>
        </p:nvSpPr>
        <p:spPr>
          <a:xfrm flipH="1">
            <a:off x="890334" y="2865846"/>
            <a:ext cx="2023713"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Average Age</a:t>
            </a:r>
          </a:p>
        </p:txBody>
      </p:sp>
      <p:sp>
        <p:nvSpPr>
          <p:cNvPr id="9" name="TextBox 8">
            <a:extLst>
              <a:ext uri="{FF2B5EF4-FFF2-40B4-BE49-F238E27FC236}">
                <a16:creationId xmlns:a16="http://schemas.microsoft.com/office/drawing/2014/main" id="{96D64B0E-AB02-4D6F-900E-D1CB8A040B7A}"/>
              </a:ext>
            </a:extLst>
          </p:cNvPr>
          <p:cNvSpPr txBox="1"/>
          <p:nvPr/>
        </p:nvSpPr>
        <p:spPr>
          <a:xfrm flipH="1">
            <a:off x="890336" y="3181363"/>
            <a:ext cx="2709512"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Total Billing Amount</a:t>
            </a:r>
          </a:p>
        </p:txBody>
      </p:sp>
      <p:sp>
        <p:nvSpPr>
          <p:cNvPr id="10" name="TextBox 9">
            <a:extLst>
              <a:ext uri="{FF2B5EF4-FFF2-40B4-BE49-F238E27FC236}">
                <a16:creationId xmlns:a16="http://schemas.microsoft.com/office/drawing/2014/main" id="{EC6DF3BA-52C2-455A-865D-4F4EEB7FA2D4}"/>
              </a:ext>
            </a:extLst>
          </p:cNvPr>
          <p:cNvSpPr txBox="1"/>
          <p:nvPr/>
        </p:nvSpPr>
        <p:spPr>
          <a:xfrm flipH="1">
            <a:off x="887928" y="3506140"/>
            <a:ext cx="3101743"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Average Billing Amount</a:t>
            </a:r>
          </a:p>
        </p:txBody>
      </p:sp>
      <p:sp>
        <p:nvSpPr>
          <p:cNvPr id="11" name="TextBox 10">
            <a:extLst>
              <a:ext uri="{FF2B5EF4-FFF2-40B4-BE49-F238E27FC236}">
                <a16:creationId xmlns:a16="http://schemas.microsoft.com/office/drawing/2014/main" id="{8D526228-3E97-4DC8-B13F-17F84ECB1870}"/>
              </a:ext>
            </a:extLst>
          </p:cNvPr>
          <p:cNvSpPr txBox="1"/>
          <p:nvPr/>
        </p:nvSpPr>
        <p:spPr>
          <a:xfrm flipH="1">
            <a:off x="887928" y="3777102"/>
            <a:ext cx="2668605"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Average length Of Stay</a:t>
            </a:r>
          </a:p>
        </p:txBody>
      </p:sp>
    </p:spTree>
    <p:extLst>
      <p:ext uri="{BB962C8B-B14F-4D97-AF65-F5344CB8AC3E}">
        <p14:creationId xmlns:p14="http://schemas.microsoft.com/office/powerpoint/2010/main" val="4173365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06DB8A-45D2-4B66-A350-CBFC0F116E4E}"/>
              </a:ext>
            </a:extLst>
          </p:cNvPr>
          <p:cNvSpPr txBox="1"/>
          <p:nvPr/>
        </p:nvSpPr>
        <p:spPr>
          <a:xfrm flipH="1">
            <a:off x="3375459" y="750771"/>
            <a:ext cx="5441082" cy="461665"/>
          </a:xfrm>
          <a:prstGeom prst="rect">
            <a:avLst/>
          </a:prstGeom>
          <a:noFill/>
        </p:spPr>
        <p:txBody>
          <a:bodyPr wrap="square" rtlCol="0">
            <a:spAutoFit/>
          </a:bodyPr>
          <a:lstStyle/>
          <a:p>
            <a:pPr algn="ctr"/>
            <a:r>
              <a:rPr lang="en-US" sz="2400" b="1" dirty="0">
                <a:latin typeface="+mj-lt"/>
                <a:ea typeface="Cambria" panose="02040503050406030204" pitchFamily="18" charset="0"/>
              </a:rPr>
              <a:t>KEY PERFORMANCE INDICATORS</a:t>
            </a:r>
          </a:p>
        </p:txBody>
      </p:sp>
      <p:sp>
        <p:nvSpPr>
          <p:cNvPr id="3" name="TextBox 2">
            <a:extLst>
              <a:ext uri="{FF2B5EF4-FFF2-40B4-BE49-F238E27FC236}">
                <a16:creationId xmlns:a16="http://schemas.microsoft.com/office/drawing/2014/main" id="{1ECDD9A4-BD6B-46F8-BA7B-FE19B2531C6E}"/>
              </a:ext>
            </a:extLst>
          </p:cNvPr>
          <p:cNvSpPr txBox="1"/>
          <p:nvPr/>
        </p:nvSpPr>
        <p:spPr>
          <a:xfrm>
            <a:off x="1337912" y="1357162"/>
            <a:ext cx="3022333" cy="369332"/>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Healthcare KPIs</a:t>
            </a:r>
          </a:p>
        </p:txBody>
      </p:sp>
      <p:sp>
        <p:nvSpPr>
          <p:cNvPr id="4" name="TextBox 3">
            <a:extLst>
              <a:ext uri="{FF2B5EF4-FFF2-40B4-BE49-F238E27FC236}">
                <a16:creationId xmlns:a16="http://schemas.microsoft.com/office/drawing/2014/main" id="{B0F22708-980F-4A71-869A-EE8500DB4908}"/>
              </a:ext>
            </a:extLst>
          </p:cNvPr>
          <p:cNvSpPr txBox="1"/>
          <p:nvPr/>
        </p:nvSpPr>
        <p:spPr>
          <a:xfrm flipH="1">
            <a:off x="1142998" y="1963554"/>
            <a:ext cx="2232460"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Total patients</a:t>
            </a:r>
          </a:p>
        </p:txBody>
      </p:sp>
      <p:sp>
        <p:nvSpPr>
          <p:cNvPr id="5" name="TextBox 4">
            <a:extLst>
              <a:ext uri="{FF2B5EF4-FFF2-40B4-BE49-F238E27FC236}">
                <a16:creationId xmlns:a16="http://schemas.microsoft.com/office/drawing/2014/main" id="{24146957-ED2E-4B45-8429-3D74852B2C8E}"/>
              </a:ext>
            </a:extLst>
          </p:cNvPr>
          <p:cNvSpPr txBox="1"/>
          <p:nvPr/>
        </p:nvSpPr>
        <p:spPr>
          <a:xfrm flipH="1">
            <a:off x="1142998" y="2266750"/>
            <a:ext cx="1840832"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Average Age</a:t>
            </a:r>
          </a:p>
        </p:txBody>
      </p:sp>
      <p:sp>
        <p:nvSpPr>
          <p:cNvPr id="6" name="TextBox 5">
            <a:extLst>
              <a:ext uri="{FF2B5EF4-FFF2-40B4-BE49-F238E27FC236}">
                <a16:creationId xmlns:a16="http://schemas.microsoft.com/office/drawing/2014/main" id="{ABA156CC-2057-4A62-80F5-B098D079B946}"/>
              </a:ext>
            </a:extLst>
          </p:cNvPr>
          <p:cNvSpPr txBox="1"/>
          <p:nvPr/>
        </p:nvSpPr>
        <p:spPr>
          <a:xfrm flipH="1">
            <a:off x="1142998" y="2569946"/>
            <a:ext cx="2447224" cy="369332"/>
          </a:xfrm>
          <a:prstGeom prst="rect">
            <a:avLst/>
          </a:prstGeom>
          <a:noFill/>
        </p:spPr>
        <p:txBody>
          <a:bodyPr wrap="square" rtlCol="0">
            <a:spAutoFit/>
          </a:bodyPr>
          <a:lstStyle/>
          <a:p>
            <a:pPr marL="285750" indent="-285750">
              <a:buFont typeface="Arial" panose="020B0604020202020204" pitchFamily="34" charset="0"/>
              <a:buChar char="•"/>
            </a:pPr>
            <a:r>
              <a:rPr lang="en-US" dirty="0"/>
              <a:t>Total Billing Amount</a:t>
            </a:r>
          </a:p>
        </p:txBody>
      </p:sp>
      <p:sp>
        <p:nvSpPr>
          <p:cNvPr id="7" name="TextBox 6">
            <a:extLst>
              <a:ext uri="{FF2B5EF4-FFF2-40B4-BE49-F238E27FC236}">
                <a16:creationId xmlns:a16="http://schemas.microsoft.com/office/drawing/2014/main" id="{E03093F6-60DC-4BB2-B4EB-EDAC2175D999}"/>
              </a:ext>
            </a:extLst>
          </p:cNvPr>
          <p:cNvSpPr txBox="1"/>
          <p:nvPr/>
        </p:nvSpPr>
        <p:spPr>
          <a:xfrm flipH="1">
            <a:off x="1142998" y="2861187"/>
            <a:ext cx="2899611"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Average Billing Amount</a:t>
            </a:r>
          </a:p>
        </p:txBody>
      </p:sp>
      <p:sp>
        <p:nvSpPr>
          <p:cNvPr id="8" name="TextBox 7">
            <a:extLst>
              <a:ext uri="{FF2B5EF4-FFF2-40B4-BE49-F238E27FC236}">
                <a16:creationId xmlns:a16="http://schemas.microsoft.com/office/drawing/2014/main" id="{D248EB34-D73C-45DE-BCF3-DC1DDCED286D}"/>
              </a:ext>
            </a:extLst>
          </p:cNvPr>
          <p:cNvSpPr txBox="1"/>
          <p:nvPr/>
        </p:nvSpPr>
        <p:spPr>
          <a:xfrm flipH="1">
            <a:off x="1142997" y="3176338"/>
            <a:ext cx="2899611"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Average Length Of Stay</a:t>
            </a:r>
          </a:p>
        </p:txBody>
      </p:sp>
      <p:pic>
        <p:nvPicPr>
          <p:cNvPr id="12" name="Picture 11">
            <a:extLst>
              <a:ext uri="{FF2B5EF4-FFF2-40B4-BE49-F238E27FC236}">
                <a16:creationId xmlns:a16="http://schemas.microsoft.com/office/drawing/2014/main" id="{863D1877-C3D8-45E9-B539-78D1926EFE3E}"/>
              </a:ext>
            </a:extLst>
          </p:cNvPr>
          <p:cNvPicPr>
            <a:picLocks noChangeAspect="1"/>
          </p:cNvPicPr>
          <p:nvPr/>
        </p:nvPicPr>
        <p:blipFill>
          <a:blip r:embed="rId2"/>
          <a:stretch>
            <a:fillRect/>
          </a:stretch>
        </p:blipFill>
        <p:spPr>
          <a:xfrm>
            <a:off x="798897" y="3627482"/>
            <a:ext cx="10616666" cy="2479747"/>
          </a:xfrm>
          <a:prstGeom prst="rect">
            <a:avLst/>
          </a:prstGeom>
        </p:spPr>
      </p:pic>
    </p:spTree>
    <p:extLst>
      <p:ext uri="{BB962C8B-B14F-4D97-AF65-F5344CB8AC3E}">
        <p14:creationId xmlns:p14="http://schemas.microsoft.com/office/powerpoint/2010/main" val="16265776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460939-B58D-4AD4-B966-CBA2E2CAE635}"/>
              </a:ext>
            </a:extLst>
          </p:cNvPr>
          <p:cNvSpPr txBox="1"/>
          <p:nvPr/>
        </p:nvSpPr>
        <p:spPr>
          <a:xfrm flipH="1">
            <a:off x="2841457" y="616017"/>
            <a:ext cx="6509086" cy="461665"/>
          </a:xfrm>
          <a:prstGeom prst="rect">
            <a:avLst/>
          </a:prstGeom>
          <a:noFill/>
        </p:spPr>
        <p:txBody>
          <a:bodyPr wrap="square" rtlCol="0">
            <a:spAutoFit/>
          </a:bodyPr>
          <a:lstStyle/>
          <a:p>
            <a:r>
              <a:rPr lang="en-US" sz="2400" b="1" dirty="0"/>
              <a:t>PATIENT DEMOGRAPHYIC ANALYSIS</a:t>
            </a:r>
          </a:p>
        </p:txBody>
      </p:sp>
      <p:pic>
        <p:nvPicPr>
          <p:cNvPr id="4" name="Picture 3">
            <a:extLst>
              <a:ext uri="{FF2B5EF4-FFF2-40B4-BE49-F238E27FC236}">
                <a16:creationId xmlns:a16="http://schemas.microsoft.com/office/drawing/2014/main" id="{0DAB9A6D-D0EE-4FCA-94C6-54753617B1FF}"/>
              </a:ext>
            </a:extLst>
          </p:cNvPr>
          <p:cNvPicPr>
            <a:picLocks noChangeAspect="1"/>
          </p:cNvPicPr>
          <p:nvPr/>
        </p:nvPicPr>
        <p:blipFill>
          <a:blip r:embed="rId2"/>
          <a:stretch>
            <a:fillRect/>
          </a:stretch>
        </p:blipFill>
        <p:spPr>
          <a:xfrm>
            <a:off x="755751" y="1212434"/>
            <a:ext cx="5654674" cy="4894795"/>
          </a:xfrm>
          <a:prstGeom prst="rect">
            <a:avLst/>
          </a:prstGeom>
        </p:spPr>
      </p:pic>
      <p:pic>
        <p:nvPicPr>
          <p:cNvPr id="6" name="Picture 5">
            <a:extLst>
              <a:ext uri="{FF2B5EF4-FFF2-40B4-BE49-F238E27FC236}">
                <a16:creationId xmlns:a16="http://schemas.microsoft.com/office/drawing/2014/main" id="{723B8506-BD28-45D7-A4FD-39608BD9EBDA}"/>
              </a:ext>
            </a:extLst>
          </p:cNvPr>
          <p:cNvPicPr>
            <a:picLocks noChangeAspect="1"/>
          </p:cNvPicPr>
          <p:nvPr/>
        </p:nvPicPr>
        <p:blipFill>
          <a:blip r:embed="rId3"/>
          <a:stretch>
            <a:fillRect/>
          </a:stretch>
        </p:blipFill>
        <p:spPr>
          <a:xfrm>
            <a:off x="6410425" y="1212434"/>
            <a:ext cx="4928135" cy="4894795"/>
          </a:xfrm>
          <a:prstGeom prst="rect">
            <a:avLst/>
          </a:prstGeom>
        </p:spPr>
      </p:pic>
    </p:spTree>
    <p:extLst>
      <p:ext uri="{BB962C8B-B14F-4D97-AF65-F5344CB8AC3E}">
        <p14:creationId xmlns:p14="http://schemas.microsoft.com/office/powerpoint/2010/main" val="3770674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DA0625-997A-4416-9B4C-3714BBAA4971}"/>
              </a:ext>
            </a:extLst>
          </p:cNvPr>
          <p:cNvSpPr txBox="1"/>
          <p:nvPr/>
        </p:nvSpPr>
        <p:spPr>
          <a:xfrm flipH="1">
            <a:off x="3361222" y="731520"/>
            <a:ext cx="5469556" cy="461665"/>
          </a:xfrm>
          <a:prstGeom prst="rect">
            <a:avLst/>
          </a:prstGeom>
          <a:noFill/>
        </p:spPr>
        <p:txBody>
          <a:bodyPr wrap="square" rtlCol="0">
            <a:spAutoFit/>
          </a:bodyPr>
          <a:lstStyle/>
          <a:p>
            <a:r>
              <a:rPr lang="en-US" sz="2400" b="1" dirty="0">
                <a:latin typeface="+mj-lt"/>
                <a:ea typeface="Cambria" panose="02040503050406030204" pitchFamily="18" charset="0"/>
              </a:rPr>
              <a:t>MEDICAL CONDITION ANALYSIS</a:t>
            </a:r>
          </a:p>
        </p:txBody>
      </p:sp>
      <p:pic>
        <p:nvPicPr>
          <p:cNvPr id="6" name="Picture 5">
            <a:extLst>
              <a:ext uri="{FF2B5EF4-FFF2-40B4-BE49-F238E27FC236}">
                <a16:creationId xmlns:a16="http://schemas.microsoft.com/office/drawing/2014/main" id="{68E3EAFB-7F39-4D96-860C-F08B04805D4A}"/>
              </a:ext>
            </a:extLst>
          </p:cNvPr>
          <p:cNvPicPr>
            <a:picLocks noChangeAspect="1"/>
          </p:cNvPicPr>
          <p:nvPr/>
        </p:nvPicPr>
        <p:blipFill>
          <a:blip r:embed="rId2"/>
          <a:stretch>
            <a:fillRect/>
          </a:stretch>
        </p:blipFill>
        <p:spPr>
          <a:xfrm>
            <a:off x="770021" y="1120656"/>
            <a:ext cx="10684042" cy="5005824"/>
          </a:xfrm>
          <a:prstGeom prst="rect">
            <a:avLst/>
          </a:prstGeom>
        </p:spPr>
      </p:pic>
    </p:spTree>
    <p:extLst>
      <p:ext uri="{BB962C8B-B14F-4D97-AF65-F5344CB8AC3E}">
        <p14:creationId xmlns:p14="http://schemas.microsoft.com/office/powerpoint/2010/main" val="6898590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A0F1EE-7168-4DAF-BFEB-190152E47850}"/>
              </a:ext>
            </a:extLst>
          </p:cNvPr>
          <p:cNvSpPr txBox="1"/>
          <p:nvPr/>
        </p:nvSpPr>
        <p:spPr>
          <a:xfrm flipH="1">
            <a:off x="3101338" y="789272"/>
            <a:ext cx="6745305" cy="461665"/>
          </a:xfrm>
          <a:prstGeom prst="rect">
            <a:avLst/>
          </a:prstGeom>
          <a:noFill/>
        </p:spPr>
        <p:txBody>
          <a:bodyPr wrap="square" rtlCol="0">
            <a:spAutoFit/>
          </a:bodyPr>
          <a:lstStyle/>
          <a:p>
            <a:r>
              <a:rPr lang="en-US" sz="2400" b="1" dirty="0"/>
              <a:t>BILLING &amp;LENGTH OF STAY ANALYSIS</a:t>
            </a:r>
          </a:p>
        </p:txBody>
      </p:sp>
      <p:sp>
        <p:nvSpPr>
          <p:cNvPr id="3" name="TextBox 2">
            <a:extLst>
              <a:ext uri="{FF2B5EF4-FFF2-40B4-BE49-F238E27FC236}">
                <a16:creationId xmlns:a16="http://schemas.microsoft.com/office/drawing/2014/main" id="{6B1EFC90-CFF4-45DD-8F96-217CB4E3A547}"/>
              </a:ext>
            </a:extLst>
          </p:cNvPr>
          <p:cNvSpPr txBox="1"/>
          <p:nvPr/>
        </p:nvSpPr>
        <p:spPr>
          <a:xfrm flipH="1">
            <a:off x="825365" y="1250937"/>
            <a:ext cx="1515981" cy="369332"/>
          </a:xfrm>
          <a:prstGeom prst="rect">
            <a:avLst/>
          </a:prstGeom>
          <a:noFill/>
        </p:spPr>
        <p:txBody>
          <a:bodyPr wrap="square" rtlCol="0">
            <a:spAutoFit/>
          </a:bodyPr>
          <a:lstStyle/>
          <a:p>
            <a:r>
              <a:rPr lang="en-US" b="1" dirty="0"/>
              <a:t>Analyze:</a:t>
            </a:r>
          </a:p>
        </p:txBody>
      </p:sp>
      <p:sp>
        <p:nvSpPr>
          <p:cNvPr id="4" name="TextBox 3">
            <a:extLst>
              <a:ext uri="{FF2B5EF4-FFF2-40B4-BE49-F238E27FC236}">
                <a16:creationId xmlns:a16="http://schemas.microsoft.com/office/drawing/2014/main" id="{9682934D-4347-4070-A04C-7F788FB741D2}"/>
              </a:ext>
            </a:extLst>
          </p:cNvPr>
          <p:cNvSpPr txBox="1"/>
          <p:nvPr/>
        </p:nvSpPr>
        <p:spPr>
          <a:xfrm flipH="1">
            <a:off x="678578" y="1620269"/>
            <a:ext cx="2343754" cy="369332"/>
          </a:xfrm>
          <a:prstGeom prst="rect">
            <a:avLst/>
          </a:prstGeom>
          <a:noFill/>
        </p:spPr>
        <p:txBody>
          <a:bodyPr wrap="square" rtlCol="0">
            <a:spAutoFit/>
          </a:bodyPr>
          <a:lstStyle/>
          <a:p>
            <a:pPr marL="285750" indent="-285750">
              <a:buFont typeface="Arial" panose="020B0604020202020204" pitchFamily="34" charset="0"/>
              <a:buChar char="•"/>
            </a:pPr>
            <a:r>
              <a:rPr lang="en-US" dirty="0"/>
              <a:t>Billing Amount</a:t>
            </a:r>
          </a:p>
        </p:txBody>
      </p:sp>
      <p:sp>
        <p:nvSpPr>
          <p:cNvPr id="5" name="TextBox 4">
            <a:extLst>
              <a:ext uri="{FF2B5EF4-FFF2-40B4-BE49-F238E27FC236}">
                <a16:creationId xmlns:a16="http://schemas.microsoft.com/office/drawing/2014/main" id="{790EB114-3C7A-4CB6-9656-46909319D9A0}"/>
              </a:ext>
            </a:extLst>
          </p:cNvPr>
          <p:cNvSpPr txBox="1"/>
          <p:nvPr/>
        </p:nvSpPr>
        <p:spPr>
          <a:xfrm flipH="1">
            <a:off x="678578" y="1814560"/>
            <a:ext cx="1908210"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Length Of Stay</a:t>
            </a:r>
          </a:p>
        </p:txBody>
      </p:sp>
      <p:sp>
        <p:nvSpPr>
          <p:cNvPr id="6" name="TextBox 5">
            <a:extLst>
              <a:ext uri="{FF2B5EF4-FFF2-40B4-BE49-F238E27FC236}">
                <a16:creationId xmlns:a16="http://schemas.microsoft.com/office/drawing/2014/main" id="{C94ADD46-F40E-4B36-A8B9-ACCDC9AB2B86}"/>
              </a:ext>
            </a:extLst>
          </p:cNvPr>
          <p:cNvSpPr txBox="1"/>
          <p:nvPr/>
        </p:nvSpPr>
        <p:spPr>
          <a:xfrm flipH="1">
            <a:off x="678578" y="2055017"/>
            <a:ext cx="2662391" cy="64633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Relationship between both variable</a:t>
            </a:r>
          </a:p>
        </p:txBody>
      </p:sp>
      <p:sp>
        <p:nvSpPr>
          <p:cNvPr id="7" name="TextBox 6">
            <a:extLst>
              <a:ext uri="{FF2B5EF4-FFF2-40B4-BE49-F238E27FC236}">
                <a16:creationId xmlns:a16="http://schemas.microsoft.com/office/drawing/2014/main" id="{4B366403-4127-4CDA-84A3-BCBD8C5A2475}"/>
              </a:ext>
            </a:extLst>
          </p:cNvPr>
          <p:cNvSpPr txBox="1"/>
          <p:nvPr/>
        </p:nvSpPr>
        <p:spPr>
          <a:xfrm flipH="1">
            <a:off x="678577" y="2609015"/>
            <a:ext cx="3383283"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Any visible trend/correlation</a:t>
            </a:r>
          </a:p>
        </p:txBody>
      </p:sp>
      <p:pic>
        <p:nvPicPr>
          <p:cNvPr id="11" name="Picture 10">
            <a:extLst>
              <a:ext uri="{FF2B5EF4-FFF2-40B4-BE49-F238E27FC236}">
                <a16:creationId xmlns:a16="http://schemas.microsoft.com/office/drawing/2014/main" id="{2F824B53-F2A7-4CFB-B6CB-20E098B928BA}"/>
              </a:ext>
            </a:extLst>
          </p:cNvPr>
          <p:cNvPicPr>
            <a:picLocks noChangeAspect="1"/>
          </p:cNvPicPr>
          <p:nvPr/>
        </p:nvPicPr>
        <p:blipFill>
          <a:blip r:embed="rId2"/>
          <a:stretch>
            <a:fillRect/>
          </a:stretch>
        </p:blipFill>
        <p:spPr>
          <a:xfrm>
            <a:off x="4061859" y="1250937"/>
            <a:ext cx="7304775" cy="4817791"/>
          </a:xfrm>
          <a:prstGeom prst="rect">
            <a:avLst/>
          </a:prstGeom>
        </p:spPr>
      </p:pic>
    </p:spTree>
    <p:extLst>
      <p:ext uri="{BB962C8B-B14F-4D97-AF65-F5344CB8AC3E}">
        <p14:creationId xmlns:p14="http://schemas.microsoft.com/office/powerpoint/2010/main" val="25628665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F7C713-D26C-4711-8D90-CD10790323C8}"/>
              </a:ext>
            </a:extLst>
          </p:cNvPr>
          <p:cNvPicPr>
            <a:picLocks noChangeAspect="1"/>
          </p:cNvPicPr>
          <p:nvPr/>
        </p:nvPicPr>
        <p:blipFill>
          <a:blip r:embed="rId2"/>
          <a:stretch>
            <a:fillRect/>
          </a:stretch>
        </p:blipFill>
        <p:spPr>
          <a:xfrm>
            <a:off x="664143" y="616017"/>
            <a:ext cx="10799545" cy="5515275"/>
          </a:xfrm>
          <a:prstGeom prst="rect">
            <a:avLst/>
          </a:prstGeom>
        </p:spPr>
      </p:pic>
    </p:spTree>
    <p:extLst>
      <p:ext uri="{BB962C8B-B14F-4D97-AF65-F5344CB8AC3E}">
        <p14:creationId xmlns:p14="http://schemas.microsoft.com/office/powerpoint/2010/main" val="2410925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763F2F-B176-499E-8DF7-2191C292A880}"/>
              </a:ext>
            </a:extLst>
          </p:cNvPr>
          <p:cNvSpPr txBox="1"/>
          <p:nvPr/>
        </p:nvSpPr>
        <p:spPr>
          <a:xfrm>
            <a:off x="2550694" y="782053"/>
            <a:ext cx="7090612" cy="461665"/>
          </a:xfrm>
          <a:prstGeom prst="rect">
            <a:avLst/>
          </a:prstGeom>
          <a:noFill/>
        </p:spPr>
        <p:txBody>
          <a:bodyPr wrap="square" rtlCol="0">
            <a:spAutoFit/>
          </a:bodyPr>
          <a:lstStyle/>
          <a:p>
            <a:pPr algn="ctr"/>
            <a:r>
              <a:rPr lang="en-US" sz="2400" b="1" dirty="0"/>
              <a:t>KEY INSIGHTS &amp; RECOMMENDATION</a:t>
            </a:r>
            <a:endParaRPr lang="en-US" sz="2400" b="1" kern="1200" dirty="0">
              <a:solidFill>
                <a:schemeClr val="tx1"/>
              </a:solidFill>
              <a:latin typeface="+mn-lt"/>
              <a:ea typeface="+mn-ea"/>
              <a:cs typeface="+mn-cs"/>
            </a:endParaRPr>
          </a:p>
        </p:txBody>
      </p:sp>
      <p:sp>
        <p:nvSpPr>
          <p:cNvPr id="4" name="TextBox 3">
            <a:extLst>
              <a:ext uri="{FF2B5EF4-FFF2-40B4-BE49-F238E27FC236}">
                <a16:creationId xmlns:a16="http://schemas.microsoft.com/office/drawing/2014/main" id="{1B4AACDB-452A-476A-A26C-7B1D578821E7}"/>
              </a:ext>
            </a:extLst>
          </p:cNvPr>
          <p:cNvSpPr txBox="1"/>
          <p:nvPr/>
        </p:nvSpPr>
        <p:spPr>
          <a:xfrm>
            <a:off x="967339" y="1243718"/>
            <a:ext cx="1828800" cy="400110"/>
          </a:xfrm>
          <a:prstGeom prst="rect">
            <a:avLst/>
          </a:prstGeom>
          <a:noFill/>
        </p:spPr>
        <p:txBody>
          <a:bodyPr wrap="square" rtlCol="0">
            <a:spAutoFit/>
          </a:bodyPr>
          <a:lstStyle/>
          <a:p>
            <a:r>
              <a:rPr lang="en-US" sz="2000" b="1" kern="1200" dirty="0">
                <a:solidFill>
                  <a:schemeClr val="tx1"/>
                </a:solidFill>
                <a:latin typeface="+mn-lt"/>
                <a:ea typeface="+mn-ea"/>
                <a:cs typeface="+mn-cs"/>
              </a:rPr>
              <a:t>Key Insights</a:t>
            </a:r>
          </a:p>
        </p:txBody>
      </p:sp>
      <p:sp>
        <p:nvSpPr>
          <p:cNvPr id="5" name="TextBox 4">
            <a:extLst>
              <a:ext uri="{FF2B5EF4-FFF2-40B4-BE49-F238E27FC236}">
                <a16:creationId xmlns:a16="http://schemas.microsoft.com/office/drawing/2014/main" id="{79CAA1B2-2237-45D4-8670-20ACB8D728C7}"/>
              </a:ext>
            </a:extLst>
          </p:cNvPr>
          <p:cNvSpPr txBox="1"/>
          <p:nvPr/>
        </p:nvSpPr>
        <p:spPr>
          <a:xfrm>
            <a:off x="967338" y="1804737"/>
            <a:ext cx="6578867"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cs typeface="Calibri" panose="020F0502020204030204" pitchFamily="34" charset="0"/>
              </a:rPr>
              <a:t>Patients demographics shows distinct age group patterns.</a:t>
            </a:r>
            <a:endParaRPr lang="en-US" sz="1800" kern="1200" dirty="0">
              <a:solidFill>
                <a:schemeClr val="tx1"/>
              </a:solidFill>
              <a:latin typeface="Cambria" panose="02040503050406030204" pitchFamily="18" charset="0"/>
              <a:ea typeface="Cambria" panose="02040503050406030204" pitchFamily="18" charset="0"/>
              <a:cs typeface="Calibri" panose="020F0502020204030204" pitchFamily="34" charset="0"/>
            </a:endParaRPr>
          </a:p>
        </p:txBody>
      </p:sp>
      <p:sp>
        <p:nvSpPr>
          <p:cNvPr id="6" name="TextBox 5">
            <a:extLst>
              <a:ext uri="{FF2B5EF4-FFF2-40B4-BE49-F238E27FC236}">
                <a16:creationId xmlns:a16="http://schemas.microsoft.com/office/drawing/2014/main" id="{75295F63-0CA7-4A48-8BE9-493E79809E97}"/>
              </a:ext>
            </a:extLst>
          </p:cNvPr>
          <p:cNvSpPr txBox="1"/>
          <p:nvPr/>
        </p:nvSpPr>
        <p:spPr>
          <a:xfrm>
            <a:off x="967338" y="2134923"/>
            <a:ext cx="5905100" cy="369332"/>
          </a:xfrm>
          <a:prstGeom prst="rect">
            <a:avLst/>
          </a:prstGeom>
          <a:noFill/>
        </p:spPr>
        <p:txBody>
          <a:bodyPr wrap="square" rtlCol="0">
            <a:spAutoFit/>
          </a:bodyPr>
          <a:lstStyle/>
          <a:p>
            <a:pPr marL="285750" indent="-285750">
              <a:buFont typeface="Arial" panose="020B0604020202020204" pitchFamily="34" charset="0"/>
              <a:buChar char="•"/>
            </a:pPr>
            <a:r>
              <a:rPr lang="en-US" sz="1800" kern="1200" dirty="0">
                <a:solidFill>
                  <a:schemeClr val="tx1"/>
                </a:solidFill>
                <a:latin typeface="Cambria" panose="02040503050406030204" pitchFamily="18" charset="0"/>
                <a:ea typeface="Cambria" panose="02040503050406030204" pitchFamily="18" charset="0"/>
              </a:rPr>
              <a:t>Medical conditions vary across the patient population</a:t>
            </a:r>
          </a:p>
        </p:txBody>
      </p:sp>
      <p:sp>
        <p:nvSpPr>
          <p:cNvPr id="7" name="TextBox 6">
            <a:extLst>
              <a:ext uri="{FF2B5EF4-FFF2-40B4-BE49-F238E27FC236}">
                <a16:creationId xmlns:a16="http://schemas.microsoft.com/office/drawing/2014/main" id="{90DEC062-7873-4DA2-A92F-B70F0E6A34F5}"/>
              </a:ext>
            </a:extLst>
          </p:cNvPr>
          <p:cNvSpPr txBox="1"/>
          <p:nvPr/>
        </p:nvSpPr>
        <p:spPr>
          <a:xfrm>
            <a:off x="967338" y="2465109"/>
            <a:ext cx="5202455" cy="369332"/>
          </a:xfrm>
          <a:prstGeom prst="rect">
            <a:avLst/>
          </a:prstGeom>
          <a:noFill/>
        </p:spPr>
        <p:txBody>
          <a:bodyPr wrap="square" rtlCol="0">
            <a:spAutoFit/>
          </a:bodyPr>
          <a:lstStyle/>
          <a:p>
            <a:pPr marL="285750" indent="-285750">
              <a:buFont typeface="Arial" panose="020B0604020202020204" pitchFamily="34" charset="0"/>
              <a:buChar char="•"/>
            </a:pPr>
            <a:r>
              <a:rPr lang="en-US" sz="1800" kern="1200" dirty="0">
                <a:solidFill>
                  <a:schemeClr val="tx1"/>
                </a:solidFill>
                <a:latin typeface="Cambria" panose="02040503050406030204" pitchFamily="18" charset="0"/>
                <a:ea typeface="Cambria" panose="02040503050406030204" pitchFamily="18" charset="0"/>
              </a:rPr>
              <a:t>Billing amounts differ among patients</a:t>
            </a:r>
          </a:p>
        </p:txBody>
      </p:sp>
      <p:sp>
        <p:nvSpPr>
          <p:cNvPr id="8" name="TextBox 7">
            <a:extLst>
              <a:ext uri="{FF2B5EF4-FFF2-40B4-BE49-F238E27FC236}">
                <a16:creationId xmlns:a16="http://schemas.microsoft.com/office/drawing/2014/main" id="{397BDC3A-6025-41D6-99AC-02E3BCE2E167}"/>
              </a:ext>
            </a:extLst>
          </p:cNvPr>
          <p:cNvSpPr txBox="1"/>
          <p:nvPr/>
        </p:nvSpPr>
        <p:spPr>
          <a:xfrm>
            <a:off x="967339" y="2795295"/>
            <a:ext cx="6145730"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Length  </a:t>
            </a:r>
            <a:r>
              <a:rPr lang="en-US" sz="1800" kern="1200" dirty="0">
                <a:solidFill>
                  <a:schemeClr val="tx1"/>
                </a:solidFill>
                <a:latin typeface="Cambria" panose="02040503050406030204" pitchFamily="18" charset="0"/>
                <a:ea typeface="Cambria" panose="02040503050406030204" pitchFamily="18" charset="0"/>
              </a:rPr>
              <a:t>of stay provides an important operation metric</a:t>
            </a:r>
          </a:p>
        </p:txBody>
      </p:sp>
      <p:sp>
        <p:nvSpPr>
          <p:cNvPr id="9" name="TextBox 8">
            <a:extLst>
              <a:ext uri="{FF2B5EF4-FFF2-40B4-BE49-F238E27FC236}">
                <a16:creationId xmlns:a16="http://schemas.microsoft.com/office/drawing/2014/main" id="{9EA40BC4-0046-47CD-8055-6D92654BF824}"/>
              </a:ext>
            </a:extLst>
          </p:cNvPr>
          <p:cNvSpPr txBox="1"/>
          <p:nvPr/>
        </p:nvSpPr>
        <p:spPr>
          <a:xfrm>
            <a:off x="967338" y="3078895"/>
            <a:ext cx="6867626" cy="369332"/>
          </a:xfrm>
          <a:prstGeom prst="rect">
            <a:avLst/>
          </a:prstGeom>
          <a:noFill/>
        </p:spPr>
        <p:txBody>
          <a:bodyPr wrap="square" rtlCol="0">
            <a:spAutoFit/>
          </a:bodyPr>
          <a:lstStyle/>
          <a:p>
            <a:pPr marL="285750" indent="-285750">
              <a:buFont typeface="Arial" panose="020B0604020202020204" pitchFamily="34" charset="0"/>
              <a:buChar char="•"/>
            </a:pPr>
            <a:r>
              <a:rPr lang="en-US" sz="1800" kern="1200" dirty="0">
                <a:solidFill>
                  <a:schemeClr val="tx1"/>
                </a:solidFill>
                <a:latin typeface="Cambria" panose="02040503050406030204" pitchFamily="18" charset="0"/>
                <a:ea typeface="Cambria" panose="02040503050406030204" pitchFamily="18" charset="0"/>
              </a:rPr>
              <a:t>Admission trends can reveals  changes in healthcare utilization</a:t>
            </a:r>
          </a:p>
        </p:txBody>
      </p:sp>
      <p:sp>
        <p:nvSpPr>
          <p:cNvPr id="11" name="TextBox 10">
            <a:extLst>
              <a:ext uri="{FF2B5EF4-FFF2-40B4-BE49-F238E27FC236}">
                <a16:creationId xmlns:a16="http://schemas.microsoft.com/office/drawing/2014/main" id="{535526D2-DDDB-495B-A05E-6472F5A050E3}"/>
              </a:ext>
            </a:extLst>
          </p:cNvPr>
          <p:cNvSpPr txBox="1"/>
          <p:nvPr/>
        </p:nvSpPr>
        <p:spPr>
          <a:xfrm>
            <a:off x="1251283" y="3677226"/>
            <a:ext cx="2242686" cy="400110"/>
          </a:xfrm>
          <a:prstGeom prst="rect">
            <a:avLst/>
          </a:prstGeom>
          <a:noFill/>
        </p:spPr>
        <p:txBody>
          <a:bodyPr wrap="square" rtlCol="0">
            <a:spAutoFit/>
          </a:bodyPr>
          <a:lstStyle/>
          <a:p>
            <a:r>
              <a:rPr lang="en-US" sz="2000" b="1" dirty="0"/>
              <a:t>Recommendations</a:t>
            </a:r>
          </a:p>
        </p:txBody>
      </p:sp>
      <p:sp>
        <p:nvSpPr>
          <p:cNvPr id="13" name="TextBox 12">
            <a:extLst>
              <a:ext uri="{FF2B5EF4-FFF2-40B4-BE49-F238E27FC236}">
                <a16:creationId xmlns:a16="http://schemas.microsoft.com/office/drawing/2014/main" id="{C5276832-82BB-40AF-9B5D-D327028693C1}"/>
              </a:ext>
            </a:extLst>
          </p:cNvPr>
          <p:cNvSpPr txBox="1"/>
          <p:nvPr/>
        </p:nvSpPr>
        <p:spPr>
          <a:xfrm flipH="1">
            <a:off x="964131" y="4023560"/>
            <a:ext cx="10518808" cy="64633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Healthcare organizations can be patient demographics and condition patterns to support resource planning.</a:t>
            </a:r>
          </a:p>
        </p:txBody>
      </p:sp>
      <p:sp>
        <p:nvSpPr>
          <p:cNvPr id="14" name="TextBox 13">
            <a:extLst>
              <a:ext uri="{FF2B5EF4-FFF2-40B4-BE49-F238E27FC236}">
                <a16:creationId xmlns:a16="http://schemas.microsoft.com/office/drawing/2014/main" id="{98645785-6E01-4758-9940-54C83339F3E8}"/>
              </a:ext>
            </a:extLst>
          </p:cNvPr>
          <p:cNvSpPr txBox="1"/>
          <p:nvPr/>
        </p:nvSpPr>
        <p:spPr>
          <a:xfrm>
            <a:off x="964131" y="4584579"/>
            <a:ext cx="9918834" cy="369332"/>
          </a:xfrm>
          <a:prstGeom prst="rect">
            <a:avLst/>
          </a:prstGeom>
          <a:noFill/>
        </p:spPr>
        <p:txBody>
          <a:bodyPr wrap="square" rtlCol="0">
            <a:spAutoFit/>
          </a:bodyPr>
          <a:lstStyle/>
          <a:p>
            <a:pPr marL="285750" indent="-285750">
              <a:buFont typeface="Arial" panose="020B0604020202020204" pitchFamily="34" charset="0"/>
              <a:buChar char="•"/>
            </a:pPr>
            <a:r>
              <a:rPr lang="en-US" sz="1800" kern="1200" dirty="0">
                <a:solidFill>
                  <a:schemeClr val="tx1"/>
                </a:solidFill>
                <a:latin typeface="Cambria" panose="02040503050406030204" pitchFamily="18" charset="0"/>
                <a:ea typeface="Cambria" panose="02040503050406030204" pitchFamily="18" charset="0"/>
              </a:rPr>
              <a:t>Billing and length of stay analysis can help monitor operational and financial patterns</a:t>
            </a:r>
          </a:p>
        </p:txBody>
      </p:sp>
      <p:sp>
        <p:nvSpPr>
          <p:cNvPr id="15" name="TextBox 14">
            <a:extLst>
              <a:ext uri="{FF2B5EF4-FFF2-40B4-BE49-F238E27FC236}">
                <a16:creationId xmlns:a16="http://schemas.microsoft.com/office/drawing/2014/main" id="{4E370DA1-18D8-400B-8B35-40DFDA328119}"/>
              </a:ext>
            </a:extLst>
          </p:cNvPr>
          <p:cNvSpPr txBox="1"/>
          <p:nvPr/>
        </p:nvSpPr>
        <p:spPr>
          <a:xfrm>
            <a:off x="964131" y="4897123"/>
            <a:ext cx="7541394" cy="369332"/>
          </a:xfrm>
          <a:prstGeom prst="rect">
            <a:avLst/>
          </a:prstGeom>
          <a:noFill/>
        </p:spPr>
        <p:txBody>
          <a:bodyPr wrap="square" rtlCol="0">
            <a:spAutoFit/>
          </a:bodyPr>
          <a:lstStyle/>
          <a:p>
            <a:pPr marL="285750" indent="-285750">
              <a:buFont typeface="Arial" panose="020B0604020202020204" pitchFamily="34" charset="0"/>
              <a:buChar char="•"/>
            </a:pPr>
            <a:r>
              <a:rPr lang="en-US" sz="1800" kern="1200" dirty="0">
                <a:solidFill>
                  <a:schemeClr val="tx1"/>
                </a:solidFill>
                <a:latin typeface="Cambria" panose="02040503050406030204" pitchFamily="18" charset="0"/>
                <a:ea typeface="Cambria" panose="02040503050406030204" pitchFamily="18" charset="0"/>
              </a:rPr>
              <a:t>Admission trends can supports staffing and capacity planning</a:t>
            </a:r>
          </a:p>
        </p:txBody>
      </p:sp>
      <p:sp>
        <p:nvSpPr>
          <p:cNvPr id="16" name="TextBox 15">
            <a:extLst>
              <a:ext uri="{FF2B5EF4-FFF2-40B4-BE49-F238E27FC236}">
                <a16:creationId xmlns:a16="http://schemas.microsoft.com/office/drawing/2014/main" id="{A165FC23-C076-44F6-8D61-F1C3CBFD97F1}"/>
              </a:ext>
            </a:extLst>
          </p:cNvPr>
          <p:cNvSpPr txBox="1"/>
          <p:nvPr/>
        </p:nvSpPr>
        <p:spPr>
          <a:xfrm>
            <a:off x="964130" y="5177134"/>
            <a:ext cx="10114548" cy="369332"/>
          </a:xfrm>
          <a:prstGeom prst="rect">
            <a:avLst/>
          </a:prstGeom>
          <a:noFill/>
        </p:spPr>
        <p:txBody>
          <a:bodyPr wrap="square" rtlCol="0">
            <a:spAutoFit/>
          </a:bodyPr>
          <a:lstStyle/>
          <a:p>
            <a:pPr marL="285750" indent="-285750">
              <a:buFont typeface="Arial" panose="020B0604020202020204" pitchFamily="34" charset="0"/>
              <a:buChar char="•"/>
            </a:pPr>
            <a:r>
              <a:rPr lang="en-US" sz="1800" kern="1200" dirty="0">
                <a:solidFill>
                  <a:schemeClr val="tx1"/>
                </a:solidFill>
                <a:latin typeface="Cambria" panose="02040503050406030204" pitchFamily="18" charset="0"/>
                <a:ea typeface="Cambria" panose="02040503050406030204" pitchFamily="18" charset="0"/>
              </a:rPr>
              <a:t>Interactives dashboards can make healthcare information easier to monitor and communicate</a:t>
            </a:r>
          </a:p>
        </p:txBody>
      </p:sp>
    </p:spTree>
    <p:extLst>
      <p:ext uri="{BB962C8B-B14F-4D97-AF65-F5344CB8AC3E}">
        <p14:creationId xmlns:p14="http://schemas.microsoft.com/office/powerpoint/2010/main" val="8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2FFE1B-02FB-4D02-A387-3F172380D0FE}"/>
              </a:ext>
            </a:extLst>
          </p:cNvPr>
          <p:cNvSpPr txBox="1"/>
          <p:nvPr/>
        </p:nvSpPr>
        <p:spPr>
          <a:xfrm flipH="1">
            <a:off x="4429626" y="606392"/>
            <a:ext cx="3332748" cy="461665"/>
          </a:xfrm>
          <a:prstGeom prst="rect">
            <a:avLst/>
          </a:prstGeom>
          <a:noFill/>
        </p:spPr>
        <p:txBody>
          <a:bodyPr wrap="square" rtlCol="0">
            <a:spAutoFit/>
          </a:bodyPr>
          <a:lstStyle/>
          <a:p>
            <a:pPr algn="ctr"/>
            <a:r>
              <a:rPr lang="en-US" sz="2400" b="1" dirty="0"/>
              <a:t>CONCLUSION</a:t>
            </a:r>
          </a:p>
        </p:txBody>
      </p:sp>
      <p:sp>
        <p:nvSpPr>
          <p:cNvPr id="3" name="TextBox 2">
            <a:extLst>
              <a:ext uri="{FF2B5EF4-FFF2-40B4-BE49-F238E27FC236}">
                <a16:creationId xmlns:a16="http://schemas.microsoft.com/office/drawing/2014/main" id="{7C116534-CC21-4FCF-A96E-28B9BBD17AD1}"/>
              </a:ext>
            </a:extLst>
          </p:cNvPr>
          <p:cNvSpPr txBox="1"/>
          <p:nvPr/>
        </p:nvSpPr>
        <p:spPr>
          <a:xfrm>
            <a:off x="1337911" y="1463040"/>
            <a:ext cx="9480885" cy="707886"/>
          </a:xfrm>
          <a:prstGeom prst="rect">
            <a:avLst/>
          </a:prstGeom>
          <a:noFill/>
        </p:spPr>
        <p:txBody>
          <a:bodyPr wrap="square" rtlCol="0">
            <a:spAutoFit/>
          </a:bodyPr>
          <a:lstStyle/>
          <a:p>
            <a:r>
              <a:rPr lang="en-US" sz="2000" dirty="0">
                <a:latin typeface="Cambria" panose="02040503050406030204" pitchFamily="18" charset="0"/>
                <a:ea typeface="Cambria" panose="02040503050406030204" pitchFamily="18" charset="0"/>
              </a:rPr>
              <a:t>This project demonstrates how healthcare data can be transformed into meaningful insights using data analytics</a:t>
            </a:r>
          </a:p>
        </p:txBody>
      </p:sp>
      <p:sp>
        <p:nvSpPr>
          <p:cNvPr id="5" name="TextBox 4">
            <a:extLst>
              <a:ext uri="{FF2B5EF4-FFF2-40B4-BE49-F238E27FC236}">
                <a16:creationId xmlns:a16="http://schemas.microsoft.com/office/drawing/2014/main" id="{E716D676-8416-44D2-818F-6C61D9DBF809}"/>
              </a:ext>
            </a:extLst>
          </p:cNvPr>
          <p:cNvSpPr txBox="1"/>
          <p:nvPr/>
        </p:nvSpPr>
        <p:spPr>
          <a:xfrm>
            <a:off x="1337910" y="2505670"/>
            <a:ext cx="9865895" cy="923330"/>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Through data cleaning,   transformation, DAX calculations, visualization, and dashboard development, the project provides an interactive view of patients demographics, medical conditions, billing, length of stay, and admission trends.</a:t>
            </a:r>
            <a:endParaRPr lang="en-US" sz="1800" kern="1200" dirty="0">
              <a:solidFill>
                <a:schemeClr val="tx1"/>
              </a:solidFill>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E95C5E25-7360-4A2F-BF9A-89FC22D97ABD}"/>
              </a:ext>
            </a:extLst>
          </p:cNvPr>
          <p:cNvSpPr txBox="1"/>
          <p:nvPr/>
        </p:nvSpPr>
        <p:spPr>
          <a:xfrm>
            <a:off x="948088" y="5654841"/>
            <a:ext cx="1828800" cy="369332"/>
          </a:xfrm>
          <a:prstGeom prst="rect">
            <a:avLst/>
          </a:prstGeom>
          <a:noFill/>
        </p:spPr>
        <p:txBody>
          <a:bodyPr wrap="square" rtlCol="0">
            <a:spAutoFit/>
          </a:bodyPr>
          <a:lstStyle/>
          <a:p>
            <a:r>
              <a:rPr lang="en-US" sz="1800" kern="1200" dirty="0">
                <a:solidFill>
                  <a:schemeClr val="tx1"/>
                </a:solidFill>
                <a:latin typeface="Cambria" panose="02040503050406030204" pitchFamily="18" charset="0"/>
                <a:ea typeface="Cambria" panose="02040503050406030204" pitchFamily="18" charset="0"/>
              </a:rPr>
              <a:t>THANK YOU</a:t>
            </a:r>
          </a:p>
        </p:txBody>
      </p:sp>
    </p:spTree>
    <p:extLst>
      <p:ext uri="{BB962C8B-B14F-4D97-AF65-F5344CB8AC3E}">
        <p14:creationId xmlns:p14="http://schemas.microsoft.com/office/powerpoint/2010/main" val="82939527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438</TotalTime>
  <Words>506</Words>
  <Application>Microsoft Office PowerPoint</Application>
  <PresentationFormat>Widescreen</PresentationFormat>
  <Paragraphs>78</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Cambria</vt:lpstr>
      <vt:lpstr>Garamond</vt:lpstr>
      <vt:lpstr>Organic</vt:lpstr>
      <vt:lpstr>HEALTHCARE DATA ANALYSIS AND VISUALIZATION</vt:lpstr>
      <vt:lpstr>INTRODUCTION</vt:lpstr>
      <vt:lpstr>PROBLEM STATEMENT</vt:lpstr>
      <vt:lpstr>AIM &amp;OBJECTIVES</vt:lpstr>
      <vt:lpstr>DATASET,SOURCE &amp; TOOLS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HEALTHCARE DATA ANALYSIS AND VISUALIZATION</dc:title>
  <dc:creator>Oderanti Aminat</dc:creator>
  <cp:lastModifiedBy>Oderanti Aminat</cp:lastModifiedBy>
  <cp:revision>17</cp:revision>
  <dcterms:created xsi:type="dcterms:W3CDTF">2026-09-18T15:00:32Z</dcterms:created>
  <dcterms:modified xsi:type="dcterms:W3CDTF">2026-09-18T22:22:34Z</dcterms:modified>
</cp:coreProperties>
</file>